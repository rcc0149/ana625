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9" r:id="rId4"/>
  </p:sldMasterIdLst>
  <p:notesMasterIdLst>
    <p:notesMasterId r:id="rId19"/>
  </p:notesMasterIdLst>
  <p:handoutMasterIdLst>
    <p:handoutMasterId r:id="rId20"/>
  </p:handoutMasterIdLst>
  <p:sldIdLst>
    <p:sldId id="256" r:id="rId5"/>
    <p:sldId id="292" r:id="rId6"/>
    <p:sldId id="283" r:id="rId7"/>
    <p:sldId id="297" r:id="rId8"/>
    <p:sldId id="298" r:id="rId9"/>
    <p:sldId id="299" r:id="rId10"/>
    <p:sldId id="305" r:id="rId11"/>
    <p:sldId id="300" r:id="rId12"/>
    <p:sldId id="301" r:id="rId13"/>
    <p:sldId id="302" r:id="rId14"/>
    <p:sldId id="303" r:id="rId15"/>
    <p:sldId id="304" r:id="rId16"/>
    <p:sldId id="306" r:id="rId17"/>
    <p:sldId id="29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5359"/>
    <a:srgbClr val="969FA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356BA5-0AB7-4B25-A9FE-C70C8158F0D2}" v="3" dt="2025-03-27T22:51:39.547"/>
  </p1510:revLst>
</p1510:revInfo>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howGuides="1">
      <p:cViewPr varScale="1">
        <p:scale>
          <a:sx n="97" d="100"/>
          <a:sy n="97" d="100"/>
        </p:scale>
        <p:origin x="1110" y="306"/>
      </p:cViewPr>
      <p:guideLst/>
    </p:cSldViewPr>
  </p:slideViewPr>
  <p:outlineViewPr>
    <p:cViewPr>
      <p:scale>
        <a:sx n="33" d="100"/>
        <a:sy n="33" d="100"/>
      </p:scale>
      <p:origin x="0" y="-4982"/>
    </p:cViewPr>
  </p:outlineViewPr>
  <p:notesTextViewPr>
    <p:cViewPr>
      <p:scale>
        <a:sx n="1" d="1"/>
        <a:sy n="1" d="1"/>
      </p:scale>
      <p:origin x="0" y="0"/>
    </p:cViewPr>
  </p:notesTextViewPr>
  <p:sorterViewPr>
    <p:cViewPr varScale="1">
      <p:scale>
        <a:sx n="100" d="100"/>
        <a:sy n="100" d="100"/>
      </p:scale>
      <p:origin x="0" y="-1757"/>
    </p:cViewPr>
  </p:sorterViewPr>
  <p:notesViewPr>
    <p:cSldViewPr snapToGrid="0">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ndall Crawford" userId="111e22fa2303af6a" providerId="LiveId" clId="{C9356BA5-0AB7-4B25-A9FE-C70C8158F0D2}"/>
    <pc:docChg chg="undo custSel addSld delSld modSld">
      <pc:chgData name="Randall Crawford" userId="111e22fa2303af6a" providerId="LiveId" clId="{C9356BA5-0AB7-4B25-A9FE-C70C8158F0D2}" dt="2025-03-27T22:52:26.067" v="11412" actId="207"/>
      <pc:docMkLst>
        <pc:docMk/>
      </pc:docMkLst>
      <pc:sldChg chg="del">
        <pc:chgData name="Randall Crawford" userId="111e22fa2303af6a" providerId="LiveId" clId="{C9356BA5-0AB7-4B25-A9FE-C70C8158F0D2}" dt="2025-03-27T09:26:57.332" v="9299" actId="2696"/>
        <pc:sldMkLst>
          <pc:docMk/>
          <pc:sldMk cId="837402205" sldId="264"/>
        </pc:sldMkLst>
      </pc:sldChg>
      <pc:sldChg chg="del">
        <pc:chgData name="Randall Crawford" userId="111e22fa2303af6a" providerId="LiveId" clId="{C9356BA5-0AB7-4B25-A9FE-C70C8158F0D2}" dt="2025-03-27T09:42:13.342" v="10506" actId="2696"/>
        <pc:sldMkLst>
          <pc:docMk/>
          <pc:sldMk cId="4259977132" sldId="268"/>
        </pc:sldMkLst>
      </pc:sldChg>
      <pc:sldChg chg="del">
        <pc:chgData name="Randall Crawford" userId="111e22fa2303af6a" providerId="LiveId" clId="{C9356BA5-0AB7-4B25-A9FE-C70C8158F0D2}" dt="2025-03-27T09:42:23.106" v="10508" actId="2696"/>
        <pc:sldMkLst>
          <pc:docMk/>
          <pc:sldMk cId="3604630649" sldId="285"/>
        </pc:sldMkLst>
      </pc:sldChg>
      <pc:sldChg chg="del">
        <pc:chgData name="Randall Crawford" userId="111e22fa2303af6a" providerId="LiveId" clId="{C9356BA5-0AB7-4B25-A9FE-C70C8158F0D2}" dt="2025-03-27T09:42:08.068" v="10505" actId="2696"/>
        <pc:sldMkLst>
          <pc:docMk/>
          <pc:sldMk cId="3854442470" sldId="287"/>
        </pc:sldMkLst>
      </pc:sldChg>
      <pc:sldChg chg="del">
        <pc:chgData name="Randall Crawford" userId="111e22fa2303af6a" providerId="LiveId" clId="{C9356BA5-0AB7-4B25-A9FE-C70C8158F0D2}" dt="2025-03-27T09:42:03.052" v="10504" actId="2696"/>
        <pc:sldMkLst>
          <pc:docMk/>
          <pc:sldMk cId="2676905442" sldId="289"/>
        </pc:sldMkLst>
      </pc:sldChg>
      <pc:sldChg chg="del">
        <pc:chgData name="Randall Crawford" userId="111e22fa2303af6a" providerId="LiveId" clId="{C9356BA5-0AB7-4B25-A9FE-C70C8158F0D2}" dt="2025-03-27T09:47:45.268" v="10626" actId="2696"/>
        <pc:sldMkLst>
          <pc:docMk/>
          <pc:sldMk cId="3695820081" sldId="293"/>
        </pc:sldMkLst>
      </pc:sldChg>
      <pc:sldChg chg="addSp delSp modSp mod setBg setClrOvrMap">
        <pc:chgData name="Randall Crawford" userId="111e22fa2303af6a" providerId="LiveId" clId="{C9356BA5-0AB7-4B25-A9FE-C70C8158F0D2}" dt="2025-03-27T22:52:26.067" v="11412" actId="207"/>
        <pc:sldMkLst>
          <pc:docMk/>
          <pc:sldMk cId="2770959368" sldId="294"/>
        </pc:sldMkLst>
        <pc:spChg chg="mod">
          <ac:chgData name="Randall Crawford" userId="111e22fa2303af6a" providerId="LiveId" clId="{C9356BA5-0AB7-4B25-A9FE-C70C8158F0D2}" dt="2025-03-27T22:52:26.067" v="11412" actId="207"/>
          <ac:spMkLst>
            <pc:docMk/>
            <pc:sldMk cId="2770959368" sldId="294"/>
            <ac:spMk id="3" creationId="{2F59B25D-9615-9332-C32E-4F458417E11E}"/>
          </ac:spMkLst>
        </pc:spChg>
        <pc:spChg chg="add del mod">
          <ac:chgData name="Randall Crawford" userId="111e22fa2303af6a" providerId="LiveId" clId="{C9356BA5-0AB7-4B25-A9FE-C70C8158F0D2}" dt="2025-03-27T09:45:52.661" v="10606" actId="931"/>
          <ac:spMkLst>
            <pc:docMk/>
            <pc:sldMk cId="2770959368" sldId="294"/>
            <ac:spMk id="4" creationId="{DF4AB1F6-C06B-0994-4BFC-A283BBF3C65F}"/>
          </ac:spMkLst>
        </pc:spChg>
        <pc:spChg chg="mod">
          <ac:chgData name="Randall Crawford" userId="111e22fa2303af6a" providerId="LiveId" clId="{C9356BA5-0AB7-4B25-A9FE-C70C8158F0D2}" dt="2025-03-27T09:46:09.978" v="10609" actId="26606"/>
          <ac:spMkLst>
            <pc:docMk/>
            <pc:sldMk cId="2770959368" sldId="294"/>
            <ac:spMk id="31" creationId="{B045D6AF-532B-394C-0C6F-38B6628CE9DF}"/>
          </ac:spMkLst>
        </pc:spChg>
        <pc:spChg chg="add">
          <ac:chgData name="Randall Crawford" userId="111e22fa2303af6a" providerId="LiveId" clId="{C9356BA5-0AB7-4B25-A9FE-C70C8158F0D2}" dt="2025-03-27T09:46:09.978" v="10609" actId="26606"/>
          <ac:spMkLst>
            <pc:docMk/>
            <pc:sldMk cId="2770959368" sldId="294"/>
            <ac:spMk id="36" creationId="{E6C8E6EB-4C59-429B-97E4-72A058CFC4FB}"/>
          </ac:spMkLst>
        </pc:spChg>
        <pc:spChg chg="add">
          <ac:chgData name="Randall Crawford" userId="111e22fa2303af6a" providerId="LiveId" clId="{C9356BA5-0AB7-4B25-A9FE-C70C8158F0D2}" dt="2025-03-27T09:46:09.978" v="10609" actId="26606"/>
          <ac:spMkLst>
            <pc:docMk/>
            <pc:sldMk cId="2770959368" sldId="294"/>
            <ac:spMk id="38" creationId="{B5B90362-AFCC-46A9-B41C-A257A8C5B314}"/>
          </ac:spMkLst>
        </pc:spChg>
        <pc:spChg chg="add">
          <ac:chgData name="Randall Crawford" userId="111e22fa2303af6a" providerId="LiveId" clId="{C9356BA5-0AB7-4B25-A9FE-C70C8158F0D2}" dt="2025-03-27T09:46:09.978" v="10609" actId="26606"/>
          <ac:spMkLst>
            <pc:docMk/>
            <pc:sldMk cId="2770959368" sldId="294"/>
            <ac:spMk id="40" creationId="{F71EF7F1-38BA-471D-8CD4-2A9AE8E35527}"/>
          </ac:spMkLst>
        </pc:spChg>
        <pc:spChg chg="add">
          <ac:chgData name="Randall Crawford" userId="111e22fa2303af6a" providerId="LiveId" clId="{C9356BA5-0AB7-4B25-A9FE-C70C8158F0D2}" dt="2025-03-27T09:46:09.978" v="10609" actId="26606"/>
          <ac:spMkLst>
            <pc:docMk/>
            <pc:sldMk cId="2770959368" sldId="294"/>
            <ac:spMk id="42" creationId="{1BB56EB9-078F-4952-AC1F-149C7A0AE4D5}"/>
          </ac:spMkLst>
        </pc:spChg>
        <pc:spChg chg="add">
          <ac:chgData name="Randall Crawford" userId="111e22fa2303af6a" providerId="LiveId" clId="{C9356BA5-0AB7-4B25-A9FE-C70C8158F0D2}" dt="2025-03-27T09:46:09.978" v="10609" actId="26606"/>
          <ac:spMkLst>
            <pc:docMk/>
            <pc:sldMk cId="2770959368" sldId="294"/>
            <ac:spMk id="44" creationId="{D3772EE4-ED5E-4D3A-A306-B22CF866786D}"/>
          </ac:spMkLst>
        </pc:spChg>
        <pc:spChg chg="add">
          <ac:chgData name="Randall Crawford" userId="111e22fa2303af6a" providerId="LiveId" clId="{C9356BA5-0AB7-4B25-A9FE-C70C8158F0D2}" dt="2025-03-27T09:46:09.978" v="10609" actId="26606"/>
          <ac:spMkLst>
            <pc:docMk/>
            <pc:sldMk cId="2770959368" sldId="294"/>
            <ac:spMk id="46" creationId="{10058680-D07C-4893-B2B7-91543F18AB32}"/>
          </ac:spMkLst>
        </pc:spChg>
        <pc:spChg chg="add">
          <ac:chgData name="Randall Crawford" userId="111e22fa2303af6a" providerId="LiveId" clId="{C9356BA5-0AB7-4B25-A9FE-C70C8158F0D2}" dt="2025-03-27T09:46:09.978" v="10609" actId="26606"/>
          <ac:spMkLst>
            <pc:docMk/>
            <pc:sldMk cId="2770959368" sldId="294"/>
            <ac:spMk id="48" creationId="{7B42427A-0A1F-4A55-8705-D9179F1E0CFB}"/>
          </ac:spMkLst>
        </pc:spChg>
        <pc:spChg chg="add">
          <ac:chgData name="Randall Crawford" userId="111e22fa2303af6a" providerId="LiveId" clId="{C9356BA5-0AB7-4B25-A9FE-C70C8158F0D2}" dt="2025-03-27T09:46:09.978" v="10609" actId="26606"/>
          <ac:spMkLst>
            <pc:docMk/>
            <pc:sldMk cId="2770959368" sldId="294"/>
            <ac:spMk id="50" creationId="{EE54A6FE-D8CB-48A3-900B-053D4EBD3B85}"/>
          </ac:spMkLst>
        </pc:spChg>
        <pc:picChg chg="add mod">
          <ac:chgData name="Randall Crawford" userId="111e22fa2303af6a" providerId="LiveId" clId="{C9356BA5-0AB7-4B25-A9FE-C70C8158F0D2}" dt="2025-03-27T09:45:53.957" v="10608" actId="962"/>
          <ac:picMkLst>
            <pc:docMk/>
            <pc:sldMk cId="2770959368" sldId="294"/>
            <ac:picMk id="6" creationId="{62833BB2-5959-46B6-A365-471872C0D9A3}"/>
          </ac:picMkLst>
        </pc:picChg>
        <pc:picChg chg="del">
          <ac:chgData name="Randall Crawford" userId="111e22fa2303af6a" providerId="LiveId" clId="{C9356BA5-0AB7-4B25-A9FE-C70C8158F0D2}" dt="2025-03-27T09:44:47.319" v="10605" actId="478"/>
          <ac:picMkLst>
            <pc:docMk/>
            <pc:sldMk cId="2770959368" sldId="294"/>
            <ac:picMk id="23" creationId="{D92A2E6E-E7AB-92FB-0E6F-133483021C22}"/>
          </ac:picMkLst>
        </pc:picChg>
      </pc:sldChg>
      <pc:sldChg chg="del">
        <pc:chgData name="Randall Crawford" userId="111e22fa2303af6a" providerId="LiveId" clId="{C9356BA5-0AB7-4B25-A9FE-C70C8158F0D2}" dt="2025-03-27T09:42:18.871" v="10507" actId="2696"/>
        <pc:sldMkLst>
          <pc:docMk/>
          <pc:sldMk cId="370479512" sldId="296"/>
        </pc:sldMkLst>
      </pc:sldChg>
      <pc:sldChg chg="modSp mod">
        <pc:chgData name="Randall Crawford" userId="111e22fa2303af6a" providerId="LiveId" clId="{C9356BA5-0AB7-4B25-A9FE-C70C8158F0D2}" dt="2025-03-27T22:41:55.515" v="11394" actId="20577"/>
        <pc:sldMkLst>
          <pc:docMk/>
          <pc:sldMk cId="4270784601" sldId="299"/>
        </pc:sldMkLst>
        <pc:spChg chg="mod">
          <ac:chgData name="Randall Crawford" userId="111e22fa2303af6a" providerId="LiveId" clId="{C9356BA5-0AB7-4B25-A9FE-C70C8158F0D2}" dt="2025-03-27T22:41:55.515" v="11394" actId="20577"/>
          <ac:spMkLst>
            <pc:docMk/>
            <pc:sldMk cId="4270784601" sldId="299"/>
            <ac:spMk id="20" creationId="{6EFF240A-39CA-EBD5-B6F5-B302838F9934}"/>
          </ac:spMkLst>
        </pc:spChg>
      </pc:sldChg>
      <pc:sldChg chg="modSp add mod">
        <pc:chgData name="Randall Crawford" userId="111e22fa2303af6a" providerId="LiveId" clId="{C9356BA5-0AB7-4B25-A9FE-C70C8158F0D2}" dt="2025-03-27T09:47:11.004" v="10625" actId="20577"/>
        <pc:sldMkLst>
          <pc:docMk/>
          <pc:sldMk cId="2905191877" sldId="300"/>
        </pc:sldMkLst>
        <pc:spChg chg="mod">
          <ac:chgData name="Randall Crawford" userId="111e22fa2303af6a" providerId="LiveId" clId="{C9356BA5-0AB7-4B25-A9FE-C70C8158F0D2}" dt="2025-03-27T07:38:54.097" v="1538" actId="20577"/>
          <ac:spMkLst>
            <pc:docMk/>
            <pc:sldMk cId="2905191877" sldId="300"/>
            <ac:spMk id="19" creationId="{234CE35D-9002-F79A-98F9-623068629821}"/>
          </ac:spMkLst>
        </pc:spChg>
        <pc:spChg chg="mod">
          <ac:chgData name="Randall Crawford" userId="111e22fa2303af6a" providerId="LiveId" clId="{C9356BA5-0AB7-4B25-A9FE-C70C8158F0D2}" dt="2025-03-27T09:47:11.004" v="10625" actId="20577"/>
          <ac:spMkLst>
            <pc:docMk/>
            <pc:sldMk cId="2905191877" sldId="300"/>
            <ac:spMk id="20" creationId="{5792B2CC-407A-8BAA-F6AB-D578D7BB5310}"/>
          </ac:spMkLst>
        </pc:spChg>
      </pc:sldChg>
      <pc:sldChg chg="modSp add mod">
        <pc:chgData name="Randall Crawford" userId="111e22fa2303af6a" providerId="LiveId" clId="{C9356BA5-0AB7-4B25-A9FE-C70C8158F0D2}" dt="2025-03-27T08:11:16.270" v="4043" actId="20577"/>
        <pc:sldMkLst>
          <pc:docMk/>
          <pc:sldMk cId="613969760" sldId="301"/>
        </pc:sldMkLst>
        <pc:spChg chg="mod">
          <ac:chgData name="Randall Crawford" userId="111e22fa2303af6a" providerId="LiveId" clId="{C9356BA5-0AB7-4B25-A9FE-C70C8158F0D2}" dt="2025-03-27T07:53:52.420" v="2963" actId="20577"/>
          <ac:spMkLst>
            <pc:docMk/>
            <pc:sldMk cId="613969760" sldId="301"/>
            <ac:spMk id="19" creationId="{2AE79926-2B44-5981-00CE-B733E310E5D1}"/>
          </ac:spMkLst>
        </pc:spChg>
        <pc:spChg chg="mod">
          <ac:chgData name="Randall Crawford" userId="111e22fa2303af6a" providerId="LiveId" clId="{C9356BA5-0AB7-4B25-A9FE-C70C8158F0D2}" dt="2025-03-27T08:11:16.270" v="4043" actId="20577"/>
          <ac:spMkLst>
            <pc:docMk/>
            <pc:sldMk cId="613969760" sldId="301"/>
            <ac:spMk id="20" creationId="{FECCCAF9-F0CB-4B70-50FE-7CE2BCA8AE63}"/>
          </ac:spMkLst>
        </pc:spChg>
      </pc:sldChg>
      <pc:sldChg chg="modSp add mod">
        <pc:chgData name="Randall Crawford" userId="111e22fa2303af6a" providerId="LiveId" clId="{C9356BA5-0AB7-4B25-A9FE-C70C8158F0D2}" dt="2025-03-27T08:33:40.927" v="5543" actId="20577"/>
        <pc:sldMkLst>
          <pc:docMk/>
          <pc:sldMk cId="3878208170" sldId="302"/>
        </pc:sldMkLst>
        <pc:spChg chg="mod">
          <ac:chgData name="Randall Crawford" userId="111e22fa2303af6a" providerId="LiveId" clId="{C9356BA5-0AB7-4B25-A9FE-C70C8158F0D2}" dt="2025-03-27T08:33:40.927" v="5543" actId="20577"/>
          <ac:spMkLst>
            <pc:docMk/>
            <pc:sldMk cId="3878208170" sldId="302"/>
            <ac:spMk id="20" creationId="{07E94E9C-55A1-216E-58D7-32EF06F6BF52}"/>
          </ac:spMkLst>
        </pc:spChg>
      </pc:sldChg>
      <pc:sldChg chg="modSp add mod">
        <pc:chgData name="Randall Crawford" userId="111e22fa2303af6a" providerId="LiveId" clId="{C9356BA5-0AB7-4B25-A9FE-C70C8158F0D2}" dt="2025-03-27T08:48:08.442" v="7097" actId="27636"/>
        <pc:sldMkLst>
          <pc:docMk/>
          <pc:sldMk cId="2849814798" sldId="303"/>
        </pc:sldMkLst>
        <pc:spChg chg="mod">
          <ac:chgData name="Randall Crawford" userId="111e22fa2303af6a" providerId="LiveId" clId="{C9356BA5-0AB7-4B25-A9FE-C70C8158F0D2}" dt="2025-03-27T08:48:08.442" v="7097" actId="27636"/>
          <ac:spMkLst>
            <pc:docMk/>
            <pc:sldMk cId="2849814798" sldId="303"/>
            <ac:spMk id="20" creationId="{3F819259-F4B7-D971-C746-A887972D1487}"/>
          </ac:spMkLst>
        </pc:spChg>
      </pc:sldChg>
      <pc:sldChg chg="modSp add mod">
        <pc:chgData name="Randall Crawford" userId="111e22fa2303af6a" providerId="LiveId" clId="{C9356BA5-0AB7-4B25-A9FE-C70C8158F0D2}" dt="2025-03-27T09:04:02.285" v="8477" actId="20577"/>
        <pc:sldMkLst>
          <pc:docMk/>
          <pc:sldMk cId="1334140075" sldId="304"/>
        </pc:sldMkLst>
        <pc:spChg chg="mod">
          <ac:chgData name="Randall Crawford" userId="111e22fa2303af6a" providerId="LiveId" clId="{C9356BA5-0AB7-4B25-A9FE-C70C8158F0D2}" dt="2025-03-27T08:49:12.609" v="7112" actId="20577"/>
          <ac:spMkLst>
            <pc:docMk/>
            <pc:sldMk cId="1334140075" sldId="304"/>
            <ac:spMk id="19" creationId="{64E1069B-8DBF-53E1-7EBE-4A510D9510F6}"/>
          </ac:spMkLst>
        </pc:spChg>
        <pc:spChg chg="mod">
          <ac:chgData name="Randall Crawford" userId="111e22fa2303af6a" providerId="LiveId" clId="{C9356BA5-0AB7-4B25-A9FE-C70C8158F0D2}" dt="2025-03-27T09:04:02.285" v="8477" actId="20577"/>
          <ac:spMkLst>
            <pc:docMk/>
            <pc:sldMk cId="1334140075" sldId="304"/>
            <ac:spMk id="20" creationId="{6954188F-BDCB-09A8-3AB1-F9FD92E8176E}"/>
          </ac:spMkLst>
        </pc:spChg>
      </pc:sldChg>
      <pc:sldChg chg="addSp delSp modSp add mod modClrScheme chgLayout">
        <pc:chgData name="Randall Crawford" userId="111e22fa2303af6a" providerId="LiveId" clId="{C9356BA5-0AB7-4B25-A9FE-C70C8158F0D2}" dt="2025-03-27T22:38:10.891" v="11383" actId="1076"/>
        <pc:sldMkLst>
          <pc:docMk/>
          <pc:sldMk cId="384803756" sldId="305"/>
        </pc:sldMkLst>
        <pc:spChg chg="add del mod ord">
          <ac:chgData name="Randall Crawford" userId="111e22fa2303af6a" providerId="LiveId" clId="{C9356BA5-0AB7-4B25-A9FE-C70C8158F0D2}" dt="2025-03-27T09:21:35.833" v="9250" actId="478"/>
          <ac:spMkLst>
            <pc:docMk/>
            <pc:sldMk cId="384803756" sldId="305"/>
            <ac:spMk id="2" creationId="{A17D1CF7-B8FF-941A-3EAE-5FE3F4755E75}"/>
          </ac:spMkLst>
        </pc:spChg>
        <pc:spChg chg="mod ord">
          <ac:chgData name="Randall Crawford" userId="111e22fa2303af6a" providerId="LiveId" clId="{C9356BA5-0AB7-4B25-A9FE-C70C8158F0D2}" dt="2025-03-27T09:25:26.494" v="9296" actId="27636"/>
          <ac:spMkLst>
            <pc:docMk/>
            <pc:sldMk cId="384803756" sldId="305"/>
            <ac:spMk id="19" creationId="{7890F5FF-3196-0764-1DEC-3CF560E39809}"/>
          </ac:spMkLst>
        </pc:spChg>
        <pc:spChg chg="del mod ord">
          <ac:chgData name="Randall Crawford" userId="111e22fa2303af6a" providerId="LiveId" clId="{C9356BA5-0AB7-4B25-A9FE-C70C8158F0D2}" dt="2025-03-27T09:21:27.097" v="9249" actId="22"/>
          <ac:spMkLst>
            <pc:docMk/>
            <pc:sldMk cId="384803756" sldId="305"/>
            <ac:spMk id="20" creationId="{710DA3F3-CD9C-C591-D716-CEAB2BC1113C}"/>
          </ac:spMkLst>
        </pc:spChg>
        <pc:picChg chg="add mod ord">
          <ac:chgData name="Randall Crawford" userId="111e22fa2303af6a" providerId="LiveId" clId="{C9356BA5-0AB7-4B25-A9FE-C70C8158F0D2}" dt="2025-03-27T22:38:10.891" v="11383" actId="1076"/>
          <ac:picMkLst>
            <pc:docMk/>
            <pc:sldMk cId="384803756" sldId="305"/>
            <ac:picMk id="4" creationId="{339B54D2-6D1C-377A-E16B-BA04950CB338}"/>
          </ac:picMkLst>
        </pc:picChg>
      </pc:sldChg>
      <pc:sldChg chg="modSp add mod">
        <pc:chgData name="Randall Crawford" userId="111e22fa2303af6a" providerId="LiveId" clId="{C9356BA5-0AB7-4B25-A9FE-C70C8158F0D2}" dt="2025-03-27T09:41:26.279" v="10503" actId="5793"/>
        <pc:sldMkLst>
          <pc:docMk/>
          <pc:sldMk cId="2026009504" sldId="306"/>
        </pc:sldMkLst>
        <pc:spChg chg="mod">
          <ac:chgData name="Randall Crawford" userId="111e22fa2303af6a" providerId="LiveId" clId="{C9356BA5-0AB7-4B25-A9FE-C70C8158F0D2}" dt="2025-03-27T09:29:43.200" v="9318" actId="20577"/>
          <ac:spMkLst>
            <pc:docMk/>
            <pc:sldMk cId="2026009504" sldId="306"/>
            <ac:spMk id="19" creationId="{2ACE1E4C-6489-B78D-14F8-6C901FD99AC3}"/>
          </ac:spMkLst>
        </pc:spChg>
        <pc:spChg chg="mod">
          <ac:chgData name="Randall Crawford" userId="111e22fa2303af6a" providerId="LiveId" clId="{C9356BA5-0AB7-4B25-A9FE-C70C8158F0D2}" dt="2025-03-27T09:41:26.279" v="10503" actId="5793"/>
          <ac:spMkLst>
            <pc:docMk/>
            <pc:sldMk cId="2026009504" sldId="306"/>
            <ac:spMk id="20" creationId="{BE947C8D-D916-851E-2EE5-3DBFAFBA62FA}"/>
          </ac:spMkLst>
        </pc:spChg>
      </pc:sldChg>
      <pc:sldChg chg="add del">
        <pc:chgData name="Randall Crawford" userId="111e22fa2303af6a" providerId="LiveId" clId="{C9356BA5-0AB7-4B25-A9FE-C70C8158F0D2}" dt="2025-03-27T09:27:19.102" v="9300" actId="2696"/>
        <pc:sldMkLst>
          <pc:docMk/>
          <pc:sldMk cId="3588851254" sldId="306"/>
        </pc:sldMkLst>
      </pc:sldChg>
      <pc:sldMasterChg chg="delSldLayout">
        <pc:chgData name="Randall Crawford" userId="111e22fa2303af6a" providerId="LiveId" clId="{C9356BA5-0AB7-4B25-A9FE-C70C8158F0D2}" dt="2025-03-27T09:47:45.268" v="10626" actId="2696"/>
        <pc:sldMasterMkLst>
          <pc:docMk/>
          <pc:sldMasterMk cId="110910551" sldId="2147483799"/>
        </pc:sldMasterMkLst>
        <pc:sldLayoutChg chg="del">
          <pc:chgData name="Randall Crawford" userId="111e22fa2303af6a" providerId="LiveId" clId="{C9356BA5-0AB7-4B25-A9FE-C70C8158F0D2}" dt="2025-03-27T09:47:45.268" v="10626" actId="2696"/>
          <pc:sldLayoutMkLst>
            <pc:docMk/>
            <pc:sldMasterMk cId="110910551" sldId="2147483799"/>
            <pc:sldLayoutMk cId="3748583640" sldId="2147483815"/>
          </pc:sldLayoutMkLst>
        </pc:sldLayoutChg>
        <pc:sldLayoutChg chg="del">
          <pc:chgData name="Randall Crawford" userId="111e22fa2303af6a" providerId="LiveId" clId="{C9356BA5-0AB7-4B25-A9FE-C70C8158F0D2}" dt="2025-03-27T09:42:03.052" v="10504" actId="2696"/>
          <pc:sldLayoutMkLst>
            <pc:docMk/>
            <pc:sldMasterMk cId="110910551" sldId="2147483799"/>
            <pc:sldLayoutMk cId="2009833841" sldId="2147483817"/>
          </pc:sldLayoutMkLst>
        </pc:sldLayoutChg>
        <pc:sldLayoutChg chg="del">
          <pc:chgData name="Randall Crawford" userId="111e22fa2303af6a" providerId="LiveId" clId="{C9356BA5-0AB7-4B25-A9FE-C70C8158F0D2}" dt="2025-03-27T09:42:08.068" v="10505" actId="2696"/>
          <pc:sldLayoutMkLst>
            <pc:docMk/>
            <pc:sldMasterMk cId="110910551" sldId="2147483799"/>
            <pc:sldLayoutMk cId="4052633641" sldId="2147483818"/>
          </pc:sldLayoutMkLst>
        </pc:sldLayoutChg>
        <pc:sldLayoutChg chg="del">
          <pc:chgData name="Randall Crawford" userId="111e22fa2303af6a" providerId="LiveId" clId="{C9356BA5-0AB7-4B25-A9FE-C70C8158F0D2}" dt="2025-03-27T09:42:13.342" v="10506" actId="2696"/>
          <pc:sldLayoutMkLst>
            <pc:docMk/>
            <pc:sldMasterMk cId="110910551" sldId="2147483799"/>
            <pc:sldLayoutMk cId="3555291847" sldId="2147483819"/>
          </pc:sldLayoutMkLst>
        </pc:sldLayoutChg>
        <pc:sldLayoutChg chg="del">
          <pc:chgData name="Randall Crawford" userId="111e22fa2303af6a" providerId="LiveId" clId="{C9356BA5-0AB7-4B25-A9FE-C70C8158F0D2}" dt="2025-03-27T09:42:18.871" v="10507" actId="2696"/>
          <pc:sldLayoutMkLst>
            <pc:docMk/>
            <pc:sldMasterMk cId="110910551" sldId="2147483799"/>
            <pc:sldLayoutMk cId="1486826485" sldId="2147483820"/>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4C3C3A6-B337-4D83-9CDB-B9C35780FF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B1C79A68-3D73-4695-8C1E-3CDBCB536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97C6B7-F63D-48F8-8C65-A57506B0F13B}" type="datetimeFigureOut">
              <a:rPr lang="en-US" smtClean="0"/>
              <a:t>3/27/2025</a:t>
            </a:fld>
            <a:endParaRPr lang="en-US" dirty="0"/>
          </a:p>
        </p:txBody>
      </p:sp>
      <p:sp>
        <p:nvSpPr>
          <p:cNvPr id="4" name="Footer Placeholder 3">
            <a:extLst>
              <a:ext uri="{FF2B5EF4-FFF2-40B4-BE49-F238E27FC236}">
                <a16:creationId xmlns:a16="http://schemas.microsoft.com/office/drawing/2014/main" id="{3CF5045C-A7CE-41D4-85C5-0E9ACEEF9B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59ABD0F-F8EA-4B9F-8647-FC7D4AE3D83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AB78DD-9481-4863-BCCC-946573546DA1}" type="slidenum">
              <a:rPr lang="en-US" smtClean="0"/>
              <a:t>‹#›</a:t>
            </a:fld>
            <a:endParaRPr lang="en-US" dirty="0"/>
          </a:p>
        </p:txBody>
      </p:sp>
    </p:spTree>
    <p:extLst>
      <p:ext uri="{BB962C8B-B14F-4D97-AF65-F5344CB8AC3E}">
        <p14:creationId xmlns:p14="http://schemas.microsoft.com/office/powerpoint/2010/main" val="5850403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09A0FA-2191-4F92-A1E4-6EB4598AC4EC}" type="datetimeFigureOut">
              <a:rPr lang="en-US" smtClean="0"/>
              <a:t>3/27/2025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3359F2-43EF-4812-9DC0-98C0B1A40681}" type="slidenum">
              <a:rPr lang="en-US" smtClean="0"/>
              <a:t>‹#›</a:t>
            </a:fld>
            <a:endParaRPr lang="en-US" dirty="0"/>
          </a:p>
        </p:txBody>
      </p:sp>
    </p:spTree>
    <p:extLst>
      <p:ext uri="{BB962C8B-B14F-4D97-AF65-F5344CB8AC3E}">
        <p14:creationId xmlns:p14="http://schemas.microsoft.com/office/powerpoint/2010/main" val="470111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1</a:t>
            </a:fld>
            <a:endParaRPr lang="en-US" dirty="0"/>
          </a:p>
        </p:txBody>
      </p:sp>
    </p:spTree>
    <p:extLst>
      <p:ext uri="{BB962C8B-B14F-4D97-AF65-F5344CB8AC3E}">
        <p14:creationId xmlns:p14="http://schemas.microsoft.com/office/powerpoint/2010/main" val="1983523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2</a:t>
            </a:fld>
            <a:endParaRPr lang="en-US" dirty="0"/>
          </a:p>
        </p:txBody>
      </p:sp>
    </p:spTree>
    <p:extLst>
      <p:ext uri="{BB962C8B-B14F-4D97-AF65-F5344CB8AC3E}">
        <p14:creationId xmlns:p14="http://schemas.microsoft.com/office/powerpoint/2010/main" val="972850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3</a:t>
            </a:fld>
            <a:endParaRPr lang="en-US" dirty="0"/>
          </a:p>
        </p:txBody>
      </p:sp>
    </p:spTree>
    <p:extLst>
      <p:ext uri="{BB962C8B-B14F-4D97-AF65-F5344CB8AC3E}">
        <p14:creationId xmlns:p14="http://schemas.microsoft.com/office/powerpoint/2010/main" val="16570271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2051E-E087-28C6-6539-2F24EADC94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90E973-F4EB-87E7-C7CA-447E9DB696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F1FD5D-82DF-1CDE-2F49-D7270F987C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524041-B020-D93C-5ABC-9909101E6A86}"/>
              </a:ext>
            </a:extLst>
          </p:cNvPr>
          <p:cNvSpPr>
            <a:spLocks noGrp="1"/>
          </p:cNvSpPr>
          <p:nvPr>
            <p:ph type="sldNum" sz="quarter" idx="5"/>
          </p:nvPr>
        </p:nvSpPr>
        <p:spPr/>
        <p:txBody>
          <a:bodyPr/>
          <a:lstStyle/>
          <a:p>
            <a:fld id="{B63359F2-43EF-4812-9DC0-98C0B1A40681}" type="slidenum">
              <a:rPr lang="en-US" smtClean="0"/>
              <a:t>4</a:t>
            </a:fld>
            <a:endParaRPr lang="en-US" dirty="0"/>
          </a:p>
        </p:txBody>
      </p:sp>
    </p:spTree>
    <p:extLst>
      <p:ext uri="{BB962C8B-B14F-4D97-AF65-F5344CB8AC3E}">
        <p14:creationId xmlns:p14="http://schemas.microsoft.com/office/powerpoint/2010/main" val="29826424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FAF79-7793-CA7C-4162-08F51BA1FF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6EA91A-3A6D-E6AB-EA88-164A1B770A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941E4A-F296-754D-7B92-EB167E72BB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626B8D-019F-D943-4A89-D7D0108EF639}"/>
              </a:ext>
            </a:extLst>
          </p:cNvPr>
          <p:cNvSpPr>
            <a:spLocks noGrp="1"/>
          </p:cNvSpPr>
          <p:nvPr>
            <p:ph type="sldNum" sz="quarter" idx="5"/>
          </p:nvPr>
        </p:nvSpPr>
        <p:spPr/>
        <p:txBody>
          <a:bodyPr/>
          <a:lstStyle/>
          <a:p>
            <a:fld id="{B63359F2-43EF-4812-9DC0-98C0B1A40681}" type="slidenum">
              <a:rPr lang="en-US" smtClean="0"/>
              <a:t>5</a:t>
            </a:fld>
            <a:endParaRPr lang="en-US" dirty="0"/>
          </a:p>
        </p:txBody>
      </p:sp>
    </p:spTree>
    <p:extLst>
      <p:ext uri="{BB962C8B-B14F-4D97-AF65-F5344CB8AC3E}">
        <p14:creationId xmlns:p14="http://schemas.microsoft.com/office/powerpoint/2010/main" val="37149234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ADD5A-359D-A3B9-7967-1F03DBFF3F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99CDDA-B695-CFB9-B647-A644B8EF69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1D8048-8777-84E8-26A4-1462B7EE8C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1AA600-59C4-CAC7-8A51-34466E14820D}"/>
              </a:ext>
            </a:extLst>
          </p:cNvPr>
          <p:cNvSpPr>
            <a:spLocks noGrp="1"/>
          </p:cNvSpPr>
          <p:nvPr>
            <p:ph type="sldNum" sz="quarter" idx="5"/>
          </p:nvPr>
        </p:nvSpPr>
        <p:spPr/>
        <p:txBody>
          <a:bodyPr/>
          <a:lstStyle/>
          <a:p>
            <a:fld id="{B63359F2-43EF-4812-9DC0-98C0B1A40681}" type="slidenum">
              <a:rPr lang="en-US" smtClean="0"/>
              <a:t>6</a:t>
            </a:fld>
            <a:endParaRPr lang="en-US" dirty="0"/>
          </a:p>
        </p:txBody>
      </p:sp>
    </p:spTree>
    <p:extLst>
      <p:ext uri="{BB962C8B-B14F-4D97-AF65-F5344CB8AC3E}">
        <p14:creationId xmlns:p14="http://schemas.microsoft.com/office/powerpoint/2010/main" val="4227060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2CFC9-C1BD-A409-83FB-D3C6DC01C0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F2A48B-D022-A824-0E37-7F519463FE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B6076C-CDD7-85EA-AF5E-0434DA9ECA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B837A2-6712-BE83-FD9F-81EF35DB5C37}"/>
              </a:ext>
            </a:extLst>
          </p:cNvPr>
          <p:cNvSpPr>
            <a:spLocks noGrp="1"/>
          </p:cNvSpPr>
          <p:nvPr>
            <p:ph type="sldNum" sz="quarter" idx="5"/>
          </p:nvPr>
        </p:nvSpPr>
        <p:spPr/>
        <p:txBody>
          <a:bodyPr/>
          <a:lstStyle/>
          <a:p>
            <a:fld id="{B63359F2-43EF-4812-9DC0-98C0B1A40681}" type="slidenum">
              <a:rPr lang="en-US" smtClean="0"/>
              <a:t>7</a:t>
            </a:fld>
            <a:endParaRPr lang="en-US" dirty="0"/>
          </a:p>
        </p:txBody>
      </p:sp>
    </p:spTree>
    <p:extLst>
      <p:ext uri="{BB962C8B-B14F-4D97-AF65-F5344CB8AC3E}">
        <p14:creationId xmlns:p14="http://schemas.microsoft.com/office/powerpoint/2010/main" val="39368760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71167-7CD7-D416-D4A0-BCC632C64D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ECB9B2-8588-8F84-9923-83C44F4E8D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A83EC2-A9D7-FA53-6BCB-BBEBAEE2F0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77BD34-21B9-BAAB-45C1-F778A58B4E61}"/>
              </a:ext>
            </a:extLst>
          </p:cNvPr>
          <p:cNvSpPr>
            <a:spLocks noGrp="1"/>
          </p:cNvSpPr>
          <p:nvPr>
            <p:ph type="sldNum" sz="quarter" idx="5"/>
          </p:nvPr>
        </p:nvSpPr>
        <p:spPr/>
        <p:txBody>
          <a:bodyPr/>
          <a:lstStyle/>
          <a:p>
            <a:fld id="{B63359F2-43EF-4812-9DC0-98C0B1A40681}" type="slidenum">
              <a:rPr lang="en-US" smtClean="0"/>
              <a:t>8</a:t>
            </a:fld>
            <a:endParaRPr lang="en-US" dirty="0"/>
          </a:p>
        </p:txBody>
      </p:sp>
    </p:spTree>
    <p:extLst>
      <p:ext uri="{BB962C8B-B14F-4D97-AF65-F5344CB8AC3E}">
        <p14:creationId xmlns:p14="http://schemas.microsoft.com/office/powerpoint/2010/main" val="26817349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66521-E7DC-3AC8-161B-C36F56CF0B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604EBE-7304-CA23-242D-E9C9E67553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A172A4-84CB-5647-CB65-2F721B3139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5D6520-65BB-CA6C-AA10-96E1266048EC}"/>
              </a:ext>
            </a:extLst>
          </p:cNvPr>
          <p:cNvSpPr>
            <a:spLocks noGrp="1"/>
          </p:cNvSpPr>
          <p:nvPr>
            <p:ph type="sldNum" sz="quarter" idx="5"/>
          </p:nvPr>
        </p:nvSpPr>
        <p:spPr/>
        <p:txBody>
          <a:bodyPr/>
          <a:lstStyle/>
          <a:p>
            <a:fld id="{B63359F2-43EF-4812-9DC0-98C0B1A40681}" type="slidenum">
              <a:rPr lang="en-US" smtClean="0"/>
              <a:t>9</a:t>
            </a:fld>
            <a:endParaRPr lang="en-US" dirty="0"/>
          </a:p>
        </p:txBody>
      </p:sp>
    </p:spTree>
    <p:extLst>
      <p:ext uri="{BB962C8B-B14F-4D97-AF65-F5344CB8AC3E}">
        <p14:creationId xmlns:p14="http://schemas.microsoft.com/office/powerpoint/2010/main" val="17814490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19E1D-E649-2690-A9E2-7F799EF742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8B8FA0-7465-EFB7-6446-086187E319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617D53-22B7-4524-CFAC-8DF232B4C1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49C902-EE2C-8C4C-22F3-BCFB871E917E}"/>
              </a:ext>
            </a:extLst>
          </p:cNvPr>
          <p:cNvSpPr>
            <a:spLocks noGrp="1"/>
          </p:cNvSpPr>
          <p:nvPr>
            <p:ph type="sldNum" sz="quarter" idx="5"/>
          </p:nvPr>
        </p:nvSpPr>
        <p:spPr/>
        <p:txBody>
          <a:bodyPr/>
          <a:lstStyle/>
          <a:p>
            <a:fld id="{B63359F2-43EF-4812-9DC0-98C0B1A40681}" type="slidenum">
              <a:rPr lang="en-US" smtClean="0"/>
              <a:t>10</a:t>
            </a:fld>
            <a:endParaRPr lang="en-US" dirty="0"/>
          </a:p>
        </p:txBody>
      </p:sp>
    </p:spTree>
    <p:extLst>
      <p:ext uri="{BB962C8B-B14F-4D97-AF65-F5344CB8AC3E}">
        <p14:creationId xmlns:p14="http://schemas.microsoft.com/office/powerpoint/2010/main" val="11331491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54B7E-43E7-8E34-B2A4-E5F75A997F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598631-C620-354B-254E-AB34815AAC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07BEF-63CF-6539-B591-8F86233447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F70B81-18D2-20D1-1CC6-655CE971E477}"/>
              </a:ext>
            </a:extLst>
          </p:cNvPr>
          <p:cNvSpPr>
            <a:spLocks noGrp="1"/>
          </p:cNvSpPr>
          <p:nvPr>
            <p:ph type="sldNum" sz="quarter" idx="5"/>
          </p:nvPr>
        </p:nvSpPr>
        <p:spPr/>
        <p:txBody>
          <a:bodyPr/>
          <a:lstStyle/>
          <a:p>
            <a:fld id="{B63359F2-43EF-4812-9DC0-98C0B1A40681}" type="slidenum">
              <a:rPr lang="en-US" smtClean="0"/>
              <a:t>11</a:t>
            </a:fld>
            <a:endParaRPr lang="en-US" dirty="0"/>
          </a:p>
        </p:txBody>
      </p:sp>
    </p:spTree>
    <p:extLst>
      <p:ext uri="{BB962C8B-B14F-4D97-AF65-F5344CB8AC3E}">
        <p14:creationId xmlns:p14="http://schemas.microsoft.com/office/powerpoint/2010/main" val="29756966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50DFA-7BC0-745F-D93F-867D09BE8D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929EFA-DCE9-3670-06A1-28E8F54398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96B41F-457E-1F8D-0ADD-44C3B0E03F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E66C61-FF07-13DF-7BB7-401F4C528335}"/>
              </a:ext>
            </a:extLst>
          </p:cNvPr>
          <p:cNvSpPr>
            <a:spLocks noGrp="1"/>
          </p:cNvSpPr>
          <p:nvPr>
            <p:ph type="sldNum" sz="quarter" idx="5"/>
          </p:nvPr>
        </p:nvSpPr>
        <p:spPr/>
        <p:txBody>
          <a:bodyPr/>
          <a:lstStyle/>
          <a:p>
            <a:fld id="{B63359F2-43EF-4812-9DC0-98C0B1A40681}" type="slidenum">
              <a:rPr lang="en-US" smtClean="0"/>
              <a:t>12</a:t>
            </a:fld>
            <a:endParaRPr lang="en-US" dirty="0"/>
          </a:p>
        </p:txBody>
      </p:sp>
    </p:spTree>
    <p:extLst>
      <p:ext uri="{BB962C8B-B14F-4D97-AF65-F5344CB8AC3E}">
        <p14:creationId xmlns:p14="http://schemas.microsoft.com/office/powerpoint/2010/main" val="29178848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D8EAB-A5F7-33D9-3329-A0FB70C182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DE5F31-AF3A-EFB6-A0AE-20B59CA284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B6E44F-B1F6-9F02-3D47-14F3CE981A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8036BF-FEFD-71A3-8117-F7A3F3AC1059}"/>
              </a:ext>
            </a:extLst>
          </p:cNvPr>
          <p:cNvSpPr>
            <a:spLocks noGrp="1"/>
          </p:cNvSpPr>
          <p:nvPr>
            <p:ph type="sldNum" sz="quarter" idx="5"/>
          </p:nvPr>
        </p:nvSpPr>
        <p:spPr/>
        <p:txBody>
          <a:bodyPr/>
          <a:lstStyle/>
          <a:p>
            <a:fld id="{B63359F2-43EF-4812-9DC0-98C0B1A40681}" type="slidenum">
              <a:rPr lang="en-US" smtClean="0"/>
              <a:t>13</a:t>
            </a:fld>
            <a:endParaRPr lang="en-US" dirty="0"/>
          </a:p>
        </p:txBody>
      </p:sp>
    </p:spTree>
    <p:extLst>
      <p:ext uri="{BB962C8B-B14F-4D97-AF65-F5344CB8AC3E}">
        <p14:creationId xmlns:p14="http://schemas.microsoft.com/office/powerpoint/2010/main" val="39155128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14</a:t>
            </a:fld>
            <a:endParaRPr lang="en-US" dirty="0"/>
          </a:p>
        </p:txBody>
      </p:sp>
    </p:spTree>
    <p:extLst>
      <p:ext uri="{BB962C8B-B14F-4D97-AF65-F5344CB8AC3E}">
        <p14:creationId xmlns:p14="http://schemas.microsoft.com/office/powerpoint/2010/main" val="1193464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7666156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5957535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2014896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861492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491554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3297532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3201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r>
              <a:rPr lang="en-US"/>
              <a:t>20XX</a:t>
            </a:r>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4989077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458643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0873301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039887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1937252-EACE-4232-855F-5C47E3F8B087}"/>
              </a:ext>
            </a:extLst>
          </p:cNvPr>
          <p:cNvSpPr>
            <a:spLocks noGrp="1"/>
          </p:cNvSpPr>
          <p:nvPr>
            <p:ph type="ctrTitle" hasCustomPrompt="1"/>
          </p:nvPr>
        </p:nvSpPr>
        <p:spPr>
          <a:xfrm>
            <a:off x="457200" y="1070901"/>
            <a:ext cx="11265407" cy="1499616"/>
          </a:xfrm>
        </p:spPr>
        <p:txBody>
          <a:bodyPr>
            <a:noAutofit/>
          </a:bodyPr>
          <a:lstStyle>
            <a:lvl1pPr>
              <a:defRPr/>
            </a:lvl1pPr>
          </a:lstStyle>
          <a:p>
            <a:r>
              <a:rPr lang="en-US" dirty="0"/>
              <a:t>Click to add title</a:t>
            </a:r>
          </a:p>
        </p:txBody>
      </p:sp>
      <p:sp>
        <p:nvSpPr>
          <p:cNvPr id="25" name="Picture Placeholder 24">
            <a:extLst>
              <a:ext uri="{FF2B5EF4-FFF2-40B4-BE49-F238E27FC236}">
                <a16:creationId xmlns:a16="http://schemas.microsoft.com/office/drawing/2014/main" id="{CBA6DBC1-39A1-48A6-8B81-3CD966D06E81}"/>
              </a:ext>
            </a:extLst>
          </p:cNvPr>
          <p:cNvSpPr>
            <a:spLocks noGrp="1"/>
          </p:cNvSpPr>
          <p:nvPr>
            <p:ph type="pic" sz="quarter" idx="13" hasCustomPrompt="1"/>
          </p:nvPr>
        </p:nvSpPr>
        <p:spPr>
          <a:xfrm>
            <a:off x="448055" y="3103684"/>
            <a:ext cx="11274551" cy="3287971"/>
          </a:xfrm>
          <a:solidFill>
            <a:schemeClr val="accent2"/>
          </a:solidFill>
        </p:spPr>
        <p:txBody>
          <a:bodyPr anchor="t" anchorCtr="0">
            <a:normAutofit/>
          </a:bodyPr>
          <a:lstStyle>
            <a:lvl1pPr marL="0" indent="0" algn="ctr">
              <a:buNone/>
              <a:defRPr/>
            </a:lvl1pPr>
          </a:lstStyle>
          <a:p>
            <a:r>
              <a:rPr lang="en-US" dirty="0"/>
              <a:t>Click to add picture</a:t>
            </a:r>
          </a:p>
        </p:txBody>
      </p:sp>
    </p:spTree>
    <p:extLst>
      <p:ext uri="{BB962C8B-B14F-4D97-AF65-F5344CB8AC3E}">
        <p14:creationId xmlns:p14="http://schemas.microsoft.com/office/powerpoint/2010/main" val="22281959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26BD44-2224-46FF-A4E7-9C9FFE19726B}"/>
              </a:ext>
            </a:extLst>
          </p:cNvPr>
          <p:cNvSpPr>
            <a:spLocks noGrp="1"/>
          </p:cNvSpPr>
          <p:nvPr>
            <p:ph type="title"/>
          </p:nvPr>
        </p:nvSpPr>
        <p:spPr>
          <a:xfrm>
            <a:off x="457200" y="640079"/>
            <a:ext cx="3657600" cy="2100851"/>
          </a:xfrm>
        </p:spPr>
        <p:txBody>
          <a:bodyPr>
            <a:noAutofit/>
          </a:bodyPr>
          <a:lstStyle>
            <a:lvl1pPr>
              <a:defRPr/>
            </a:lvl1pPr>
          </a:lstStyle>
          <a:p>
            <a:r>
              <a:rPr lang="en-US"/>
              <a:t>Click to edit Master title style</a:t>
            </a:r>
            <a:endParaRPr lang="en-US" dirty="0"/>
          </a:p>
        </p:txBody>
      </p:sp>
      <p:sp>
        <p:nvSpPr>
          <p:cNvPr id="2" name="Content Placeholder 5">
            <a:extLst>
              <a:ext uri="{FF2B5EF4-FFF2-40B4-BE49-F238E27FC236}">
                <a16:creationId xmlns:a16="http://schemas.microsoft.com/office/drawing/2014/main" id="{FC87D77D-2EA4-028B-1ACF-E1120CE8F0E0}"/>
              </a:ext>
            </a:extLst>
          </p:cNvPr>
          <p:cNvSpPr>
            <a:spLocks noGrp="1"/>
          </p:cNvSpPr>
          <p:nvPr>
            <p:ph sz="quarter" idx="4" hasCustomPrompt="1"/>
          </p:nvPr>
        </p:nvSpPr>
        <p:spPr>
          <a:xfrm>
            <a:off x="457201" y="2862470"/>
            <a:ext cx="3657600" cy="3510898"/>
          </a:xfrm>
        </p:spPr>
        <p:txBody>
          <a:bodyPr anchor="t" anchorCtr="0">
            <a:normAutofit/>
          </a:bodyPr>
          <a:lstStyle>
            <a:lvl1pPr marL="0" indent="0">
              <a:buNone/>
              <a:defRPr/>
            </a:lvl1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a:extLst>
              <a:ext uri="{FF2B5EF4-FFF2-40B4-BE49-F238E27FC236}">
                <a16:creationId xmlns:a16="http://schemas.microsoft.com/office/drawing/2014/main" id="{CCFA45C0-9EBE-13AF-9B5D-9D5F4BF223E0}"/>
              </a:ext>
            </a:extLst>
          </p:cNvPr>
          <p:cNvSpPr>
            <a:spLocks noGrp="1"/>
          </p:cNvSpPr>
          <p:nvPr>
            <p:ph type="pic" sz="quarter" idx="13" hasCustomPrompt="1"/>
          </p:nvPr>
        </p:nvSpPr>
        <p:spPr>
          <a:xfrm>
            <a:off x="4242815" y="640080"/>
            <a:ext cx="7491984" cy="5751576"/>
          </a:xfrm>
          <a:custGeom>
            <a:avLst/>
            <a:gdLst>
              <a:gd name="connsiteX0" fmla="*/ 3800341 w 7491984"/>
              <a:gd name="connsiteY0" fmla="*/ 0 h 5751576"/>
              <a:gd name="connsiteX1" fmla="*/ 7491984 w 7491984"/>
              <a:gd name="connsiteY1" fmla="*/ 0 h 5751576"/>
              <a:gd name="connsiteX2" fmla="*/ 7491984 w 7491984"/>
              <a:gd name="connsiteY2" fmla="*/ 5751576 h 5751576"/>
              <a:gd name="connsiteX3" fmla="*/ 3800341 w 7491984"/>
              <a:gd name="connsiteY3" fmla="*/ 5751576 h 5751576"/>
              <a:gd name="connsiteX4" fmla="*/ 0 w 7491984"/>
              <a:gd name="connsiteY4" fmla="*/ 0 h 5751576"/>
              <a:gd name="connsiteX5" fmla="*/ 3696432 w 7491984"/>
              <a:gd name="connsiteY5" fmla="*/ 0 h 5751576"/>
              <a:gd name="connsiteX6" fmla="*/ 3696432 w 7491984"/>
              <a:gd name="connsiteY6" fmla="*/ 5751576 h 5751576"/>
              <a:gd name="connsiteX7" fmla="*/ 0 w 7491984"/>
              <a:gd name="connsiteY7" fmla="*/ 5751576 h 5751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91984" h="5751576">
                <a:moveTo>
                  <a:pt x="3800341" y="0"/>
                </a:moveTo>
                <a:lnTo>
                  <a:pt x="7491984" y="0"/>
                </a:lnTo>
                <a:lnTo>
                  <a:pt x="7491984" y="5751576"/>
                </a:lnTo>
                <a:lnTo>
                  <a:pt x="3800341" y="5751576"/>
                </a:lnTo>
                <a:close/>
                <a:moveTo>
                  <a:pt x="0" y="0"/>
                </a:moveTo>
                <a:lnTo>
                  <a:pt x="3696432" y="0"/>
                </a:lnTo>
                <a:lnTo>
                  <a:pt x="3696432" y="5751576"/>
                </a:lnTo>
                <a:lnTo>
                  <a:pt x="0" y="5751576"/>
                </a:lnTo>
                <a:close/>
              </a:path>
            </a:pathLst>
          </a:custGeom>
          <a:solidFill>
            <a:schemeClr val="accent2"/>
          </a:solidFill>
        </p:spPr>
        <p:txBody>
          <a:bodyPr wrap="square" anchor="t" anchorCtr="0">
            <a:noAutofit/>
          </a:bodyPr>
          <a:lstStyle>
            <a:lvl1pPr marL="0" indent="0" algn="ctr">
              <a:buNone/>
              <a:defRPr/>
            </a:lvl1pPr>
          </a:lstStyle>
          <a:p>
            <a:r>
              <a:rPr lang="en-US" dirty="0"/>
              <a:t>Click to add picture</a:t>
            </a:r>
          </a:p>
        </p:txBody>
      </p:sp>
      <p:sp>
        <p:nvSpPr>
          <p:cNvPr id="9" name="Date Placeholder 8">
            <a:extLst>
              <a:ext uri="{FF2B5EF4-FFF2-40B4-BE49-F238E27FC236}">
                <a16:creationId xmlns:a16="http://schemas.microsoft.com/office/drawing/2014/main" id="{D5DDC5FA-EEDB-898F-533E-4094ADA899B9}"/>
              </a:ext>
            </a:extLst>
          </p:cNvPr>
          <p:cNvSpPr>
            <a:spLocks noGrp="1"/>
          </p:cNvSpPr>
          <p:nvPr>
            <p:ph type="dt" sz="half" idx="15"/>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E79B0359-4B55-D899-E584-A8E6B2ED9123}"/>
              </a:ext>
            </a:extLst>
          </p:cNvPr>
          <p:cNvSpPr>
            <a:spLocks noGrp="1"/>
          </p:cNvSpPr>
          <p:nvPr>
            <p:ph type="ftr" sz="quarter" idx="16"/>
          </p:nvPr>
        </p:nvSpPr>
        <p:spPr/>
        <p:txBody>
          <a:bodyPr/>
          <a:lstStyle/>
          <a:p>
            <a:endParaRPr lang="en-US" dirty="0"/>
          </a:p>
        </p:txBody>
      </p:sp>
      <p:sp>
        <p:nvSpPr>
          <p:cNvPr id="13" name="Slide Number Placeholder 12">
            <a:extLst>
              <a:ext uri="{FF2B5EF4-FFF2-40B4-BE49-F238E27FC236}">
                <a16:creationId xmlns:a16="http://schemas.microsoft.com/office/drawing/2014/main" id="{6B916D02-76FE-EAED-CC51-A50448811F7D}"/>
              </a:ext>
            </a:extLst>
          </p:cNvPr>
          <p:cNvSpPr>
            <a:spLocks noGrp="1"/>
          </p:cNvSpPr>
          <p:nvPr>
            <p:ph type="sldNum" sz="quarter" idx="17"/>
          </p:nvPr>
        </p:nvSpPr>
        <p:spPr>
          <a:xfrm>
            <a:off x="10682289" y="6423914"/>
            <a:ext cx="105251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3417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524000" y="1143000"/>
            <a:ext cx="9144000" cy="2585720"/>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1524000" y="3799840"/>
            <a:ext cx="9144000" cy="2052320"/>
          </a:xfrm>
        </p:spPr>
        <p:txBody>
          <a:bodyPr anchor="t">
            <a:no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41296853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457199" y="705124"/>
            <a:ext cx="11272649" cy="1062716"/>
          </a:xfrm>
        </p:spPr>
        <p:txBody>
          <a:bodyPr anchor="b" anchorCtr="0">
            <a:noAutofit/>
          </a:bodyPr>
          <a:lstStyle/>
          <a:p>
            <a:r>
              <a:rPr lang="en-US"/>
              <a:t>Click to edit Master title style</a:t>
            </a:r>
            <a:endParaRPr lang="en-US" dirty="0"/>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457201" y="2234979"/>
            <a:ext cx="11272648" cy="3969606"/>
          </a:xfrm>
        </p:spPr>
        <p:txBody>
          <a:body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a:xfrm>
            <a:off x="10558300" y="6423914"/>
            <a:ext cx="1171548" cy="365125"/>
          </a:xfrm>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3862644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0F196A1-2430-4797-B656-A38302FAFF33}"/>
              </a:ext>
            </a:extLst>
          </p:cNvPr>
          <p:cNvSpPr>
            <a:spLocks noGrp="1"/>
          </p:cNvSpPr>
          <p:nvPr>
            <p:ph type="title"/>
          </p:nvPr>
        </p:nvSpPr>
        <p:spPr>
          <a:xfrm>
            <a:off x="462151" y="666984"/>
            <a:ext cx="3672970" cy="2125911"/>
          </a:xfrm>
        </p:spPr>
        <p:txBody>
          <a:bodyPr>
            <a:noAutofit/>
          </a:bodyPr>
          <a:lstStyle>
            <a:lvl1pPr algn="l">
              <a:defRPr/>
            </a:lvl1pPr>
          </a:lstStyle>
          <a:p>
            <a:r>
              <a:rPr lang="en-US" noProof="0"/>
              <a:t>Click to edit Master title style</a:t>
            </a:r>
            <a:endParaRPr lang="en-US" noProof="0" dirty="0"/>
          </a:p>
        </p:txBody>
      </p:sp>
      <p:sp>
        <p:nvSpPr>
          <p:cNvPr id="2" name="Content Placeholder 5">
            <a:extLst>
              <a:ext uri="{FF2B5EF4-FFF2-40B4-BE49-F238E27FC236}">
                <a16:creationId xmlns:a16="http://schemas.microsoft.com/office/drawing/2014/main" id="{5A0AD703-0A43-5323-CCB2-832D424EF2DB}"/>
              </a:ext>
            </a:extLst>
          </p:cNvPr>
          <p:cNvSpPr>
            <a:spLocks noGrp="1"/>
          </p:cNvSpPr>
          <p:nvPr>
            <p:ph sz="quarter" idx="4" hasCustomPrompt="1"/>
          </p:nvPr>
        </p:nvSpPr>
        <p:spPr>
          <a:xfrm>
            <a:off x="462151" y="2862479"/>
            <a:ext cx="3672970" cy="3491849"/>
          </a:xfrm>
        </p:spPr>
        <p:txBody>
          <a:bodyPr anchor="t" anchorCtr="0">
            <a:normAutofit/>
          </a:bodyPr>
          <a:lstStyle>
            <a:lvl1pPr marL="0" indent="0">
              <a:buNone/>
              <a:defRPr/>
            </a:lvl1pPr>
          </a:lstStyle>
          <a:p>
            <a:pPr lvl="0"/>
            <a:r>
              <a:rPr lang="en-US" noProof="0" dirty="0"/>
              <a:t>Click to add text </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Picture Placeholder 3">
            <a:extLst>
              <a:ext uri="{FF2B5EF4-FFF2-40B4-BE49-F238E27FC236}">
                <a16:creationId xmlns:a16="http://schemas.microsoft.com/office/drawing/2014/main" id="{4627B629-9CBE-3ECF-2D88-F07AACD0374E}"/>
              </a:ext>
            </a:extLst>
          </p:cNvPr>
          <p:cNvSpPr>
            <a:spLocks noGrp="1"/>
          </p:cNvSpPr>
          <p:nvPr>
            <p:ph type="pic" sz="quarter" idx="13" hasCustomPrompt="1"/>
          </p:nvPr>
        </p:nvSpPr>
        <p:spPr>
          <a:xfrm>
            <a:off x="4231970" y="666985"/>
            <a:ext cx="7497880" cy="5687344"/>
          </a:xfrm>
          <a:custGeom>
            <a:avLst/>
            <a:gdLst>
              <a:gd name="connsiteX0" fmla="*/ 3803282 w 7497880"/>
              <a:gd name="connsiteY0" fmla="*/ 0 h 5687344"/>
              <a:gd name="connsiteX1" fmla="*/ 7497880 w 7497880"/>
              <a:gd name="connsiteY1" fmla="*/ 0 h 5687344"/>
              <a:gd name="connsiteX2" fmla="*/ 7497880 w 7497880"/>
              <a:gd name="connsiteY2" fmla="*/ 4581885 h 5687344"/>
              <a:gd name="connsiteX3" fmla="*/ 3803282 w 7497880"/>
              <a:gd name="connsiteY3" fmla="*/ 4581885 h 5687344"/>
              <a:gd name="connsiteX4" fmla="*/ 0 w 7497880"/>
              <a:gd name="connsiteY4" fmla="*/ 0 h 5687344"/>
              <a:gd name="connsiteX5" fmla="*/ 3699373 w 7497880"/>
              <a:gd name="connsiteY5" fmla="*/ 0 h 5687344"/>
              <a:gd name="connsiteX6" fmla="*/ 3699373 w 7497880"/>
              <a:gd name="connsiteY6" fmla="*/ 4581885 h 5687344"/>
              <a:gd name="connsiteX7" fmla="*/ 2 w 7497880"/>
              <a:gd name="connsiteY7" fmla="*/ 4581885 h 5687344"/>
              <a:gd name="connsiteX8" fmla="*/ 2 w 7497880"/>
              <a:gd name="connsiteY8" fmla="*/ 4679200 h 5687344"/>
              <a:gd name="connsiteX9" fmla="*/ 3699373 w 7497880"/>
              <a:gd name="connsiteY9" fmla="*/ 4679200 h 5687344"/>
              <a:gd name="connsiteX10" fmla="*/ 3699373 w 7497880"/>
              <a:gd name="connsiteY10" fmla="*/ 5679350 h 5687344"/>
              <a:gd name="connsiteX11" fmla="*/ 3803282 w 7497880"/>
              <a:gd name="connsiteY11" fmla="*/ 5679350 h 5687344"/>
              <a:gd name="connsiteX12" fmla="*/ 3803282 w 7497880"/>
              <a:gd name="connsiteY12" fmla="*/ 4679200 h 5687344"/>
              <a:gd name="connsiteX13" fmla="*/ 7497880 w 7497880"/>
              <a:gd name="connsiteY13" fmla="*/ 4679200 h 5687344"/>
              <a:gd name="connsiteX14" fmla="*/ 7497880 w 7497880"/>
              <a:gd name="connsiteY14" fmla="*/ 5687344 h 5687344"/>
              <a:gd name="connsiteX15" fmla="*/ 0 w 7497880"/>
              <a:gd name="connsiteY15" fmla="*/ 5687344 h 568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497880" h="5687344">
                <a:moveTo>
                  <a:pt x="3803282" y="0"/>
                </a:moveTo>
                <a:lnTo>
                  <a:pt x="7497880" y="0"/>
                </a:lnTo>
                <a:lnTo>
                  <a:pt x="7497880" y="4581885"/>
                </a:lnTo>
                <a:lnTo>
                  <a:pt x="3803282" y="4581885"/>
                </a:lnTo>
                <a:close/>
                <a:moveTo>
                  <a:pt x="0" y="0"/>
                </a:moveTo>
                <a:lnTo>
                  <a:pt x="3699373" y="0"/>
                </a:lnTo>
                <a:lnTo>
                  <a:pt x="3699373" y="4581885"/>
                </a:lnTo>
                <a:lnTo>
                  <a:pt x="2" y="4581885"/>
                </a:lnTo>
                <a:lnTo>
                  <a:pt x="2" y="4679200"/>
                </a:lnTo>
                <a:lnTo>
                  <a:pt x="3699373" y="4679200"/>
                </a:lnTo>
                <a:lnTo>
                  <a:pt x="3699373" y="5679350"/>
                </a:lnTo>
                <a:lnTo>
                  <a:pt x="3803282" y="5679350"/>
                </a:lnTo>
                <a:lnTo>
                  <a:pt x="3803282" y="4679200"/>
                </a:lnTo>
                <a:lnTo>
                  <a:pt x="7497880" y="4679200"/>
                </a:lnTo>
                <a:lnTo>
                  <a:pt x="7497880" y="5687344"/>
                </a:lnTo>
                <a:lnTo>
                  <a:pt x="0" y="5687344"/>
                </a:lnTo>
                <a:close/>
              </a:path>
            </a:pathLst>
          </a:custGeom>
          <a:solidFill>
            <a:schemeClr val="accent2"/>
          </a:solidFill>
        </p:spPr>
        <p:txBody>
          <a:bodyPr wrap="square" anchor="t">
            <a:noAutofit/>
          </a:bodyPr>
          <a:lstStyle>
            <a:lvl1pPr marL="0" indent="0" algn="ctr">
              <a:buNone/>
              <a:defRPr/>
            </a:lvl1pPr>
          </a:lstStyle>
          <a:p>
            <a:r>
              <a:rPr lang="en-US" noProof="0" dirty="0"/>
              <a:t>Click to add picture</a:t>
            </a:r>
          </a:p>
        </p:txBody>
      </p:sp>
      <p:sp>
        <p:nvSpPr>
          <p:cNvPr id="6" name="Date Placeholder 5">
            <a:extLst>
              <a:ext uri="{FF2B5EF4-FFF2-40B4-BE49-F238E27FC236}">
                <a16:creationId xmlns:a16="http://schemas.microsoft.com/office/drawing/2014/main" id="{90DD7D93-4C4D-E385-9F8C-40536F0BDEA2}"/>
              </a:ext>
            </a:extLst>
          </p:cNvPr>
          <p:cNvSpPr>
            <a:spLocks noGrp="1"/>
          </p:cNvSpPr>
          <p:nvPr>
            <p:ph type="dt" sz="half" idx="14"/>
          </p:nvPr>
        </p:nvSpPr>
        <p:spPr/>
        <p:txBody>
          <a:bodyPr/>
          <a:lstStyle/>
          <a:p>
            <a:r>
              <a:rPr lang="en-US" noProof="0"/>
              <a:t>20XX</a:t>
            </a:r>
            <a:endParaRPr lang="en-US" noProof="0" dirty="0"/>
          </a:p>
        </p:txBody>
      </p:sp>
      <p:sp>
        <p:nvSpPr>
          <p:cNvPr id="7" name="Footer Placeholder 6">
            <a:extLst>
              <a:ext uri="{FF2B5EF4-FFF2-40B4-BE49-F238E27FC236}">
                <a16:creationId xmlns:a16="http://schemas.microsoft.com/office/drawing/2014/main" id="{BC99FA72-244D-9DC3-C9B7-E7DAD50A01F7}"/>
              </a:ext>
            </a:extLst>
          </p:cNvPr>
          <p:cNvSpPr>
            <a:spLocks noGrp="1"/>
          </p:cNvSpPr>
          <p:nvPr>
            <p:ph type="ftr" sz="quarter" idx="15"/>
          </p:nvPr>
        </p:nvSpPr>
        <p:spPr/>
        <p:txBody>
          <a:bodyPr/>
          <a:lstStyle/>
          <a:p>
            <a:endParaRPr lang="en-US" noProof="0" dirty="0"/>
          </a:p>
        </p:txBody>
      </p:sp>
      <p:sp>
        <p:nvSpPr>
          <p:cNvPr id="8" name="Slide Number Placeholder 7">
            <a:extLst>
              <a:ext uri="{FF2B5EF4-FFF2-40B4-BE49-F238E27FC236}">
                <a16:creationId xmlns:a16="http://schemas.microsoft.com/office/drawing/2014/main" id="{725A4F6F-66FD-CDA5-7F8F-F5FD6382CFCF}"/>
              </a:ext>
            </a:extLst>
          </p:cNvPr>
          <p:cNvSpPr>
            <a:spLocks noGrp="1"/>
          </p:cNvSpPr>
          <p:nvPr>
            <p:ph type="sldNum" sz="quarter" idx="16"/>
          </p:nvPr>
        </p:nvSpPr>
        <p:spPr>
          <a:xfrm>
            <a:off x="10677340" y="6423914"/>
            <a:ext cx="1052510" cy="365125"/>
          </a:xfrm>
        </p:spPr>
        <p:txBody>
          <a:bodyPr/>
          <a:lstStyle/>
          <a:p>
            <a:fld id="{3A98EE3D-8CD1-4C3F-BD1C-C98C9596463C}" type="slidenum">
              <a:rPr lang="en-US" noProof="0" smtClean="0"/>
              <a:t>‹#›</a:t>
            </a:fld>
            <a:endParaRPr lang="en-US" noProof="0" dirty="0"/>
          </a:p>
        </p:txBody>
      </p:sp>
    </p:spTree>
    <p:extLst>
      <p:ext uri="{BB962C8B-B14F-4D97-AF65-F5344CB8AC3E}">
        <p14:creationId xmlns:p14="http://schemas.microsoft.com/office/powerpoint/2010/main" val="3289231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r>
              <a:rPr lang="en-US"/>
              <a:t>20XX</a:t>
            </a:r>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7" name="Group 6">
            <a:extLst>
              <a:ext uri="{FF2B5EF4-FFF2-40B4-BE49-F238E27FC236}">
                <a16:creationId xmlns:a16="http://schemas.microsoft.com/office/drawing/2014/main" id="{E457D222-120F-E222-DE7E-B44B0BC1863F}"/>
              </a:ext>
            </a:extLst>
          </p:cNvPr>
          <p:cNvGrpSpPr/>
          <p:nvPr userDrawn="1"/>
        </p:nvGrpSpPr>
        <p:grpSpPr>
          <a:xfrm>
            <a:off x="428696" y="482137"/>
            <a:ext cx="11301155" cy="81191"/>
            <a:chOff x="428696" y="482137"/>
            <a:chExt cx="11301155" cy="81191"/>
          </a:xfrm>
        </p:grpSpPr>
        <p:sp>
          <p:nvSpPr>
            <p:cNvPr id="8" name="Rectangle 7">
              <a:extLst>
                <a:ext uri="{FF2B5EF4-FFF2-40B4-BE49-F238E27FC236}">
                  <a16:creationId xmlns:a16="http://schemas.microsoft.com/office/drawing/2014/main" id="{09DF259B-1168-B954-21F8-A08A3C462F3C}"/>
                </a:ext>
              </a:extLst>
            </p:cNvPr>
            <p:cNvSpPr/>
            <p:nvPr/>
          </p:nvSpPr>
          <p:spPr>
            <a:xfrm flipV="1">
              <a:off x="428696" y="482137"/>
              <a:ext cx="3703321" cy="81191"/>
            </a:xfrm>
            <a:prstGeom prst="rect">
              <a:avLst/>
            </a:prstGeom>
            <a:solidFill>
              <a:schemeClr val="accent3"/>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FB5A595C-AA3A-9D82-01BB-7810CE5F7A5E}"/>
                </a:ext>
              </a:extLst>
            </p:cNvPr>
            <p:cNvSpPr/>
            <p:nvPr/>
          </p:nvSpPr>
          <p:spPr>
            <a:xfrm flipV="1">
              <a:off x="4235926" y="482137"/>
              <a:ext cx="3703321" cy="81191"/>
            </a:xfrm>
            <a:prstGeom prst="rect">
              <a:avLst/>
            </a:prstGeom>
            <a:solidFill>
              <a:schemeClr val="accent1"/>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178CB63-8F78-566B-8120-9DC73FB7B23B}"/>
                </a:ext>
              </a:extLst>
            </p:cNvPr>
            <p:cNvSpPr/>
            <p:nvPr/>
          </p:nvSpPr>
          <p:spPr>
            <a:xfrm flipV="1">
              <a:off x="8026530" y="482137"/>
              <a:ext cx="3703321" cy="81191"/>
            </a:xfrm>
            <a:prstGeom prst="rect">
              <a:avLst/>
            </a:prstGeom>
            <a:solidFill>
              <a:schemeClr val="accent4"/>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10910551"/>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6" r:id="rId14"/>
    <p:sldLayoutId id="2147483821" r:id="rId15"/>
    <p:sldLayoutId id="2147483822" r:id="rId16"/>
  </p:sldLayoutIdLst>
  <p:hf sldNum="0" hdr="0" ftr="0" dt="0"/>
  <p:txStyles>
    <p:title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mailto:901012194@student.nu.edu" TargetMode="External"/><Relationship Id="rId2" Type="http://schemas.openxmlformats.org/officeDocument/2006/relationships/notesSlide" Target="../notesSlides/notesSlide14.xml"/><Relationship Id="rId1" Type="http://schemas.openxmlformats.org/officeDocument/2006/relationships/slideLayout" Target="../slideLayouts/slideLayout16.xml"/><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79F0267-9D1C-BDA9-A152-B01CD379FC92}"/>
              </a:ext>
            </a:extLst>
          </p:cNvPr>
          <p:cNvSpPr>
            <a:spLocks noGrp="1"/>
          </p:cNvSpPr>
          <p:nvPr>
            <p:ph type="ctrTitle"/>
          </p:nvPr>
        </p:nvSpPr>
        <p:spPr/>
        <p:txBody>
          <a:bodyPr/>
          <a:lstStyle/>
          <a:p>
            <a:pPr algn="ctr"/>
            <a:r>
              <a:rPr lang="en-US" sz="2400" b="1" dirty="0">
                <a:latin typeface="Times New Roman" panose="02020603050405020304" pitchFamily="18" charset="0"/>
                <a:cs typeface="Times New Roman" panose="02020603050405020304" pitchFamily="18" charset="0"/>
              </a:rPr>
              <a:t>The POTENTIAL Association Between CARDIAC Arrest/MYOCARDIAL INFARCTION and COVID Vaccination</a:t>
            </a:r>
            <a:br>
              <a:rPr lang="en-US" sz="2400" b="1" dirty="0">
                <a:latin typeface="Times New Roman" panose="02020603050405020304" pitchFamily="18" charset="0"/>
                <a:cs typeface="Times New Roman" panose="02020603050405020304" pitchFamily="18" charset="0"/>
              </a:rPr>
            </a:br>
            <a:br>
              <a:rPr lang="en-US" sz="1600" b="1"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Findings </a:t>
            </a:r>
            <a:r>
              <a:rPr lang="en-US" sz="1600" b="1" dirty="0" err="1">
                <a:latin typeface="Times New Roman" panose="02020603050405020304" pitchFamily="18" charset="0"/>
                <a:cs typeface="Times New Roman" panose="02020603050405020304" pitchFamily="18" charset="0"/>
              </a:rPr>
              <a:t>fROM</a:t>
            </a:r>
            <a:r>
              <a:rPr lang="en-US" sz="1600" b="1" dirty="0">
                <a:latin typeface="Times New Roman" panose="02020603050405020304" pitchFamily="18" charset="0"/>
                <a:cs typeface="Times New Roman" panose="02020603050405020304" pitchFamily="18" charset="0"/>
              </a:rPr>
              <a:t> A large 2023 Sample Of US Adults</a:t>
            </a:r>
          </a:p>
        </p:txBody>
      </p:sp>
      <p:pic>
        <p:nvPicPr>
          <p:cNvPr id="10" name="Picture Placeholder 9" descr="A stethoscope on a clipboard">
            <a:extLst>
              <a:ext uri="{FF2B5EF4-FFF2-40B4-BE49-F238E27FC236}">
                <a16:creationId xmlns:a16="http://schemas.microsoft.com/office/drawing/2014/main" id="{CC4B82FA-2EA0-5319-6B9C-8D78349FCB09}"/>
              </a:ext>
            </a:extLst>
          </p:cNvPr>
          <p:cNvPicPr>
            <a:picLocks noGrp="1" noChangeAspect="1"/>
          </p:cNvPicPr>
          <p:nvPr>
            <p:ph type="pic" sz="quarter" idx="13"/>
          </p:nvPr>
        </p:nvPicPr>
        <p:blipFill rotWithShape="1">
          <a:blip r:embed="rId3"/>
          <a:srcRect t="28164" b="28164"/>
          <a:stretch/>
        </p:blipFill>
        <p:spPr/>
      </p:pic>
    </p:spTree>
    <p:extLst>
      <p:ext uri="{BB962C8B-B14F-4D97-AF65-F5344CB8AC3E}">
        <p14:creationId xmlns:p14="http://schemas.microsoft.com/office/powerpoint/2010/main" val="1039759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FB23E1E4-7CB2-923B-9D41-672CB85E05DA}"/>
              </a:ext>
            </a:extLst>
          </p:cNvPr>
          <p:cNvSpPr>
            <a:spLocks noGrp="1"/>
          </p:cNvSpPr>
          <p:nvPr>
            <p:ph type="title"/>
          </p:nvPr>
        </p:nvSpPr>
        <p:spPr/>
        <p:txBody>
          <a:bodyPr/>
          <a:lstStyle/>
          <a:p>
            <a:r>
              <a:rPr lang="en-US" dirty="0"/>
              <a:t>Agenda	</a:t>
            </a:r>
          </a:p>
        </p:txBody>
      </p:sp>
      <p:sp>
        <p:nvSpPr>
          <p:cNvPr id="8" name="Content Placeholder 7">
            <a:extLst>
              <a:ext uri="{FF2B5EF4-FFF2-40B4-BE49-F238E27FC236}">
                <a16:creationId xmlns:a16="http://schemas.microsoft.com/office/drawing/2014/main" id="{1A667A9A-3428-68BE-D555-0DE1859FDF8A}"/>
              </a:ext>
            </a:extLst>
          </p:cNvPr>
          <p:cNvSpPr>
            <a:spLocks noGrp="1"/>
          </p:cNvSpPr>
          <p:nvPr>
            <p:ph sz="quarter" idx="4"/>
          </p:nvPr>
        </p:nvSpPr>
        <p:spPr/>
        <p:txBody>
          <a:bodyPr/>
          <a:lstStyle/>
          <a:p>
            <a:r>
              <a:rPr lang="en-US" dirty="0"/>
              <a:t>Objective</a:t>
            </a:r>
          </a:p>
          <a:p>
            <a:r>
              <a:rPr lang="en-US" dirty="0"/>
              <a:t>Background</a:t>
            </a:r>
          </a:p>
          <a:p>
            <a:r>
              <a:rPr lang="en-US" dirty="0"/>
              <a:t>Hypothesis</a:t>
            </a:r>
          </a:p>
          <a:p>
            <a:r>
              <a:rPr lang="en-US" dirty="0"/>
              <a:t>Methods</a:t>
            </a:r>
          </a:p>
          <a:p>
            <a:r>
              <a:rPr lang="en-US" dirty="0"/>
              <a:t>Summary</a:t>
            </a:r>
          </a:p>
          <a:p>
            <a:r>
              <a:rPr lang="en-US" dirty="0"/>
              <a:t>References</a:t>
            </a:r>
          </a:p>
        </p:txBody>
      </p:sp>
      <p:pic>
        <p:nvPicPr>
          <p:cNvPr id="34" name="Picture Placeholder 21" descr="A close-up of a stethoscope">
            <a:extLst>
              <a:ext uri="{FF2B5EF4-FFF2-40B4-BE49-F238E27FC236}">
                <a16:creationId xmlns:a16="http://schemas.microsoft.com/office/drawing/2014/main" id="{63F55FD3-B051-BD22-347E-065B72C87E1C}"/>
              </a:ext>
            </a:extLst>
          </p:cNvPr>
          <p:cNvPicPr>
            <a:picLocks noGrp="1" noChangeAspect="1"/>
          </p:cNvPicPr>
          <p:nvPr>
            <p:ph type="pic" sz="quarter" idx="13"/>
          </p:nvPr>
        </p:nvPicPr>
        <p:blipFill>
          <a:blip r:embed="rId3"/>
          <a:srcRect l="148" r="148"/>
          <a:stretch/>
        </p:blipFill>
        <p:spPr/>
      </p:pic>
    </p:spTree>
    <p:extLst>
      <p:ext uri="{BB962C8B-B14F-4D97-AF65-F5344CB8AC3E}">
        <p14:creationId xmlns:p14="http://schemas.microsoft.com/office/powerpoint/2010/main" val="2201125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903843E-1FAB-AFBB-BDC9-440FCC8CFB12}"/>
              </a:ext>
            </a:extLst>
          </p:cNvPr>
          <p:cNvSpPr>
            <a:spLocks noGrp="1"/>
          </p:cNvSpPr>
          <p:nvPr>
            <p:ph type="title"/>
          </p:nvPr>
        </p:nvSpPr>
        <p:spPr>
          <a:noFill/>
        </p:spPr>
        <p:txBody>
          <a:bodyPr>
            <a:normAutofit/>
          </a:bodyPr>
          <a:lstStyle/>
          <a:p>
            <a:pPr algn="ctr"/>
            <a:r>
              <a:rPr lang="en-US" sz="3200" b="1" dirty="0">
                <a:solidFill>
                  <a:schemeClr val="accent2">
                    <a:lumMod val="50000"/>
                  </a:schemeClr>
                </a:solidFill>
                <a:latin typeface="Times New Roman" panose="02020603050405020304" pitchFamily="18" charset="0"/>
                <a:cs typeface="Times New Roman" panose="02020603050405020304" pitchFamily="18" charset="0"/>
              </a:rPr>
              <a:t>Objective</a:t>
            </a:r>
          </a:p>
        </p:txBody>
      </p:sp>
      <p:sp>
        <p:nvSpPr>
          <p:cNvPr id="20" name="Subtitle 2">
            <a:extLst>
              <a:ext uri="{FF2B5EF4-FFF2-40B4-BE49-F238E27FC236}">
                <a16:creationId xmlns:a16="http://schemas.microsoft.com/office/drawing/2014/main" id="{826664CC-F0B7-D2E1-A321-E97944F52EA3}"/>
              </a:ext>
            </a:extLst>
          </p:cNvPr>
          <p:cNvSpPr>
            <a:spLocks noGrp="1"/>
          </p:cNvSpPr>
          <p:nvPr>
            <p:ph idx="1"/>
          </p:nvPr>
        </p:nvSpPr>
        <p:spPr>
          <a:noFill/>
        </p:spPr>
        <p:txBody>
          <a:bodyPr anchor="t">
            <a:normAutofit/>
          </a:bodyPr>
          <a:lstStyle/>
          <a:p>
            <a:pPr marL="0" indent="0" algn="ctr">
              <a:buNone/>
            </a:pPr>
            <a:r>
              <a:rPr lang="en-US" sz="2800" b="1" dirty="0">
                <a:latin typeface="Times New Roman" panose="02020603050405020304" pitchFamily="18" charset="0"/>
                <a:cs typeface="Times New Roman" panose="02020603050405020304" pitchFamily="18" charset="0"/>
              </a:rPr>
              <a:t>Cardiac arrest/myocardial infarction is a chronic health condition afflicting many adults in the United States.  The objective of this study is to quantify the potential relationship between a diagnosis of the affliction and Covid vaccination, while controlling for one’s exercise activity, biological sex, age category, and race.</a:t>
            </a:r>
          </a:p>
        </p:txBody>
      </p:sp>
    </p:spTree>
    <p:extLst>
      <p:ext uri="{BB962C8B-B14F-4D97-AF65-F5344CB8AC3E}">
        <p14:creationId xmlns:p14="http://schemas.microsoft.com/office/powerpoint/2010/main" val="435195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0568A-A9F1-C07B-CD1B-309113F73F04}"/>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07EBD66C-59B9-011D-89DA-5AE763A99DF5}"/>
              </a:ext>
            </a:extLst>
          </p:cNvPr>
          <p:cNvSpPr>
            <a:spLocks noGrp="1"/>
          </p:cNvSpPr>
          <p:nvPr>
            <p:ph type="title"/>
          </p:nvPr>
        </p:nvSpPr>
        <p:spPr>
          <a:xfrm>
            <a:off x="581192" y="702156"/>
            <a:ext cx="11029616" cy="487547"/>
          </a:xfrm>
          <a:noFill/>
        </p:spPr>
        <p:txBody>
          <a:bodyPr>
            <a:normAutofit fontScale="90000"/>
          </a:bodyPr>
          <a:lstStyle/>
          <a:p>
            <a:r>
              <a:rPr lang="en-US" sz="3200" b="1" dirty="0">
                <a:solidFill>
                  <a:schemeClr val="accent2">
                    <a:lumMod val="50000"/>
                  </a:schemeClr>
                </a:solidFill>
                <a:latin typeface="Times New Roman" panose="02020603050405020304" pitchFamily="18" charset="0"/>
                <a:cs typeface="Times New Roman" panose="02020603050405020304" pitchFamily="18" charset="0"/>
              </a:rPr>
              <a:t>BACKGROUND</a:t>
            </a:r>
          </a:p>
        </p:txBody>
      </p:sp>
      <p:sp>
        <p:nvSpPr>
          <p:cNvPr id="20" name="Subtitle 2">
            <a:extLst>
              <a:ext uri="{FF2B5EF4-FFF2-40B4-BE49-F238E27FC236}">
                <a16:creationId xmlns:a16="http://schemas.microsoft.com/office/drawing/2014/main" id="{F35244F9-F823-60ED-A3A2-87CA99F91E9B}"/>
              </a:ext>
            </a:extLst>
          </p:cNvPr>
          <p:cNvSpPr>
            <a:spLocks noGrp="1"/>
          </p:cNvSpPr>
          <p:nvPr>
            <p:ph idx="1"/>
          </p:nvPr>
        </p:nvSpPr>
        <p:spPr>
          <a:xfrm>
            <a:off x="581192" y="1189703"/>
            <a:ext cx="11029615" cy="5181600"/>
          </a:xfrm>
          <a:noFill/>
        </p:spPr>
        <p:txBody>
          <a:bodyPr anchor="t">
            <a:normAutofit/>
          </a:bodyPr>
          <a:lstStyle/>
          <a:p>
            <a:pPr>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Cardiac arrest/myocardial infarction</a:t>
            </a:r>
          </a:p>
          <a:p>
            <a:pPr lvl="1">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Relevant Definitions</a:t>
            </a:r>
          </a:p>
          <a:p>
            <a:pPr lvl="2">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Cardiac arrest occurs when the heart suddenly stops beating, leading to a loss of blood flow and oxygen to the body.</a:t>
            </a:r>
          </a:p>
          <a:p>
            <a:pPr lvl="2">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A myocardial infarction (MI), commonly known as a heart attack, occurs when blood flow decreases or stops in one of the coronary arteries of the heart, causing infarction (tissue death) to the heart muscle</a:t>
            </a:r>
            <a:r>
              <a:rPr lang="en-US" sz="1500" dirty="0">
                <a:latin typeface="Times New Roman" panose="02020603050405020304" pitchFamily="18" charset="0"/>
                <a:cs typeface="Times New Roman" panose="02020603050405020304" pitchFamily="18" charset="0"/>
              </a:rPr>
              <a:t>.</a:t>
            </a:r>
            <a:endParaRPr lang="en-US" sz="1500" b="1"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Seriousness</a:t>
            </a:r>
          </a:p>
          <a:p>
            <a:pPr lvl="2">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Most people who experience cardiac arrest do not survive.  Among those who do, there is risk of neurological dysfunction, brain injury, disorders of consciousness, neurocognitive deficits, changes in quality of life, as well as physical and psychological wellbeing.  Myocardial infarction can be just as severe to barely noticeable.</a:t>
            </a:r>
          </a:p>
          <a:p>
            <a:pPr lvl="1">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Causes</a:t>
            </a:r>
          </a:p>
          <a:p>
            <a:pPr lvl="2">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Smoking, physical inactivity, poor nutrition, overweight/obesity, cholesterol levels, trouble sleeping, diabetes, and high blood pressure are some notable causal risk factors (AHA).</a:t>
            </a:r>
          </a:p>
          <a:p>
            <a:pPr lvl="1">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Prevalence</a:t>
            </a:r>
            <a:endParaRPr lang="en-US" sz="19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In 2022, underlying cause sudden cardiac arrest mortality in the United States was 19,171.  Any-mention sudden cardiac arrest mortality was 417,957 (AHA).</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3826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49976-1177-C5D8-8EAA-CE488A58C66C}"/>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361173AE-4838-F543-5A93-8399D3A0DBA6}"/>
              </a:ext>
            </a:extLst>
          </p:cNvPr>
          <p:cNvSpPr>
            <a:spLocks noGrp="1"/>
          </p:cNvSpPr>
          <p:nvPr>
            <p:ph type="title"/>
          </p:nvPr>
        </p:nvSpPr>
        <p:spPr>
          <a:xfrm>
            <a:off x="581192" y="702156"/>
            <a:ext cx="11029616" cy="487547"/>
          </a:xfrm>
          <a:noFill/>
        </p:spPr>
        <p:txBody>
          <a:bodyPr>
            <a:normAutofit fontScale="90000"/>
          </a:bodyPr>
          <a:lstStyle/>
          <a:p>
            <a:r>
              <a:rPr lang="en-US" sz="3200" b="1" dirty="0">
                <a:solidFill>
                  <a:schemeClr val="accent2">
                    <a:lumMod val="50000"/>
                  </a:schemeClr>
                </a:solidFill>
                <a:latin typeface="Times New Roman" panose="02020603050405020304" pitchFamily="18" charset="0"/>
                <a:cs typeface="Times New Roman" panose="02020603050405020304" pitchFamily="18" charset="0"/>
              </a:rPr>
              <a:t>BACKGROUND</a:t>
            </a:r>
          </a:p>
        </p:txBody>
      </p:sp>
      <p:sp>
        <p:nvSpPr>
          <p:cNvPr id="20" name="Subtitle 2">
            <a:extLst>
              <a:ext uri="{FF2B5EF4-FFF2-40B4-BE49-F238E27FC236}">
                <a16:creationId xmlns:a16="http://schemas.microsoft.com/office/drawing/2014/main" id="{A486FC47-CF45-C3E4-250D-1F3AECFDE09E}"/>
              </a:ext>
            </a:extLst>
          </p:cNvPr>
          <p:cNvSpPr>
            <a:spLocks noGrp="1"/>
          </p:cNvSpPr>
          <p:nvPr>
            <p:ph idx="1"/>
          </p:nvPr>
        </p:nvSpPr>
        <p:spPr>
          <a:xfrm>
            <a:off x="581192" y="1189703"/>
            <a:ext cx="11029615" cy="5181600"/>
          </a:xfrm>
          <a:noFill/>
        </p:spPr>
        <p:txBody>
          <a:bodyPr anchor="t">
            <a:normAutofit/>
          </a:bodyPr>
          <a:lstStyle/>
          <a:p>
            <a:pPr>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Myocarditis and Covid-19 Vaccination</a:t>
            </a:r>
          </a:p>
          <a:p>
            <a:pPr lvl="1">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Five Notable Studies</a:t>
            </a:r>
          </a:p>
          <a:p>
            <a:pPr lvl="2">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2022 Nordic Cohort Study (23 million residents)</a:t>
            </a:r>
          </a:p>
          <a:p>
            <a:pPr lvl="3">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Myocarditis risk was elevated after vaccination, particularly in young males 16-24, with a 28-fold increase after the Pfizer-Moderna combination compared to unvaccinated individuals.</a:t>
            </a:r>
          </a:p>
          <a:p>
            <a:pPr lvl="2">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2021 Israel Retrospective Study (</a:t>
            </a:r>
            <a:r>
              <a:rPr lang="en-US" sz="1600" dirty="0" err="1">
                <a:latin typeface="Times New Roman" panose="02020603050405020304" pitchFamily="18" charset="0"/>
                <a:cs typeface="Times New Roman" panose="02020603050405020304" pitchFamily="18" charset="0"/>
              </a:rPr>
              <a:t>Clalit</a:t>
            </a:r>
            <a:r>
              <a:rPr lang="en-US" sz="1600" dirty="0">
                <a:latin typeface="Times New Roman" panose="02020603050405020304" pitchFamily="18" charset="0"/>
                <a:cs typeface="Times New Roman" panose="02020603050405020304" pitchFamily="18" charset="0"/>
              </a:rPr>
              <a:t> Health Services – 9 million individuals)</a:t>
            </a:r>
          </a:p>
          <a:p>
            <a:pPr lvl="3">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Identified 304 myocarditis cases, with a risk ratio of 3.24 (95% CI, 1.55-12.44) after vaccination, predominately in young males for ages 16-24.</a:t>
            </a:r>
            <a:endParaRPr lang="en-US" sz="18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US VAERS Analysis (December 2020-August 2021)</a:t>
            </a:r>
          </a:p>
          <a:p>
            <a:pPr lvl="3">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Reported 1,626 myocarditis cases, with the highest incidence in young males.  Limited by passive reporting bias.</a:t>
            </a:r>
            <a:endParaRPr lang="en-US" sz="18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England Cohort Study (December 2020-December 2021, 43 million people)</a:t>
            </a:r>
          </a:p>
          <a:p>
            <a:pPr lvl="3">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Found 714 myocarditis cases within 28 days of vaccination (0.001% of total) in young males using Moderna’s doses.</a:t>
            </a:r>
            <a:endParaRPr lang="en-US" sz="19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2024 Global Vaccine Data Network (GVDN) Study (99 million vaccinated)</a:t>
            </a:r>
          </a:p>
          <a:p>
            <a:pPr lvl="3">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Confirmed elevated myocarditis risk post-mRNA vaccines (especially Moderna), with significant observed-to-expected ratios.  Risks were higher in younger populations.</a:t>
            </a:r>
          </a:p>
        </p:txBody>
      </p:sp>
    </p:spTree>
    <p:extLst>
      <p:ext uri="{BB962C8B-B14F-4D97-AF65-F5344CB8AC3E}">
        <p14:creationId xmlns:p14="http://schemas.microsoft.com/office/powerpoint/2010/main" val="3556067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CFAE2-130F-C741-C7A5-B5B928437ECE}"/>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C6A38E5D-C898-CA04-46B1-4197717AE408}"/>
              </a:ext>
            </a:extLst>
          </p:cNvPr>
          <p:cNvSpPr>
            <a:spLocks noGrp="1"/>
          </p:cNvSpPr>
          <p:nvPr>
            <p:ph type="title"/>
          </p:nvPr>
        </p:nvSpPr>
        <p:spPr>
          <a:xfrm>
            <a:off x="581192" y="702156"/>
            <a:ext cx="11029616" cy="487547"/>
          </a:xfrm>
          <a:noFill/>
        </p:spPr>
        <p:txBody>
          <a:bodyPr>
            <a:normAutofit fontScale="90000"/>
          </a:bodyPr>
          <a:lstStyle/>
          <a:p>
            <a:r>
              <a:rPr lang="en-US" sz="3200" b="1" dirty="0">
                <a:solidFill>
                  <a:schemeClr val="accent2">
                    <a:lumMod val="50000"/>
                  </a:schemeClr>
                </a:solidFill>
                <a:latin typeface="Times New Roman" panose="02020603050405020304" pitchFamily="18" charset="0"/>
                <a:cs typeface="Times New Roman" panose="02020603050405020304" pitchFamily="18" charset="0"/>
              </a:rPr>
              <a:t>BACKGROUND</a:t>
            </a:r>
          </a:p>
        </p:txBody>
      </p:sp>
      <p:sp>
        <p:nvSpPr>
          <p:cNvPr id="20" name="Subtitle 2">
            <a:extLst>
              <a:ext uri="{FF2B5EF4-FFF2-40B4-BE49-F238E27FC236}">
                <a16:creationId xmlns:a16="http://schemas.microsoft.com/office/drawing/2014/main" id="{6EFF240A-39CA-EBD5-B6F5-B302838F9934}"/>
              </a:ext>
            </a:extLst>
          </p:cNvPr>
          <p:cNvSpPr>
            <a:spLocks noGrp="1"/>
          </p:cNvSpPr>
          <p:nvPr>
            <p:ph idx="1"/>
          </p:nvPr>
        </p:nvSpPr>
        <p:spPr>
          <a:xfrm>
            <a:off x="581192" y="1120877"/>
            <a:ext cx="11029615" cy="5250426"/>
          </a:xfrm>
          <a:noFill/>
        </p:spPr>
        <p:txBody>
          <a:bodyPr anchor="t">
            <a:normAutofit fontScale="92500" lnSpcReduction="10000"/>
          </a:bodyPr>
          <a:lstStyle/>
          <a:p>
            <a:pPr marL="0" indent="0">
              <a:buNone/>
            </a:pPr>
            <a:endParaRPr lang="en-US" sz="22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Relative Risk Magnitudes</a:t>
            </a:r>
          </a:p>
          <a:p>
            <a:pPr lvl="1">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Ceteris Paribus (with all other things constant), Americans that experienced myocarditis after Covid-19 vaccination are more likely (adjusted) to be diagnosed with cardiac arrest/myocardial infarction than those who remained unvaccinated.</a:t>
            </a:r>
          </a:p>
          <a:p>
            <a:pPr lvl="2">
              <a:buFont typeface="Wingdings" panose="05000000000000000000" pitchFamily="2" charset="2"/>
              <a:buChar char="Ø"/>
            </a:pPr>
            <a:r>
              <a:rPr lang="en-US" sz="1700" dirty="0">
                <a:latin typeface="Times New Roman" panose="02020603050405020304" pitchFamily="18" charset="0"/>
                <a:cs typeface="Times New Roman" panose="02020603050405020304" pitchFamily="18" charset="0"/>
              </a:rPr>
              <a:t>This will be based on smaller, narrowly focused sample size.</a:t>
            </a:r>
          </a:p>
          <a:p>
            <a:pPr lvl="2">
              <a:buFont typeface="Wingdings" panose="05000000000000000000" pitchFamily="2" charset="2"/>
              <a:buChar char="Ø"/>
            </a:pPr>
            <a:r>
              <a:rPr lang="en-US" sz="1700" dirty="0">
                <a:latin typeface="Times New Roman" panose="02020603050405020304" pitchFamily="18" charset="0"/>
                <a:cs typeface="Times New Roman" panose="02020603050405020304" pitchFamily="18" charset="0"/>
              </a:rPr>
              <a:t>Dead men tell no tales.  This is a survey, and it does not account for those who were vaccinated, experienced myocarditis, had a cardiac arrest/myocardial infarction, and did not survive the event.</a:t>
            </a:r>
          </a:p>
          <a:p>
            <a:pPr lvl="2">
              <a:buFont typeface="Wingdings" panose="05000000000000000000" pitchFamily="2" charset="2"/>
              <a:buChar char="Ø"/>
            </a:pPr>
            <a:r>
              <a:rPr lang="en-US" sz="1700" dirty="0">
                <a:latin typeface="Times New Roman" panose="02020603050405020304" pitchFamily="18" charset="0"/>
                <a:cs typeface="Times New Roman" panose="02020603050405020304" pitchFamily="18" charset="0"/>
              </a:rPr>
              <a:t>Most studies remark on the myocarditis taking place right after the initial vaccine sequence, and with this survey data, we are not sure of when the vaccination and the cardiac arrest/myocardial infarction occurred.</a:t>
            </a:r>
          </a:p>
          <a:p>
            <a:pPr lvl="2">
              <a:buFont typeface="Wingdings" panose="05000000000000000000" pitchFamily="2" charset="2"/>
              <a:buChar char="Ø"/>
            </a:pPr>
            <a:r>
              <a:rPr lang="en-US" sz="1700" dirty="0">
                <a:latin typeface="Times New Roman" panose="02020603050405020304" pitchFamily="18" charset="0"/>
                <a:cs typeface="Times New Roman" panose="02020603050405020304" pitchFamily="18" charset="0"/>
              </a:rPr>
              <a:t>Given there have only been a limited number of studies, there is a need for more current, precise and robust estimates of adjusted risk.</a:t>
            </a:r>
          </a:p>
          <a:p>
            <a:pPr lvl="3">
              <a:buFont typeface="Wingdings" panose="05000000000000000000" pitchFamily="2" charset="2"/>
              <a:buChar char="Ø"/>
            </a:pPr>
            <a:r>
              <a:rPr lang="en-US" sz="1500" dirty="0">
                <a:latin typeface="Times New Roman" panose="02020603050405020304" pitchFamily="18" charset="0"/>
                <a:cs typeface="Times New Roman" panose="02020603050405020304" pitchFamily="18" charset="0"/>
              </a:rPr>
              <a:t>This study will attempt to provide some of that.</a:t>
            </a:r>
            <a:endParaRPr lang="en-US" sz="16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So What?</a:t>
            </a:r>
          </a:p>
          <a:p>
            <a:pPr lvl="2">
              <a:buFont typeface="Wingdings" panose="05000000000000000000" pitchFamily="2" charset="2"/>
              <a:buChar char="Ø"/>
            </a:pPr>
            <a:r>
              <a:rPr lang="en-US" sz="1700" dirty="0">
                <a:latin typeface="Times New Roman" panose="02020603050405020304" pitchFamily="18" charset="0"/>
                <a:cs typeface="Times New Roman" panose="02020603050405020304" pitchFamily="18" charset="0"/>
              </a:rPr>
              <a:t>Identifying potential risk of myocarditis from the use of Covid-19 vaccinations for a specific amount of exercise activity, sex, age group, and/or race could be worthwhile, especially if that outweighs the potential negative effects concerning contracting and developing natural immunity from the virus for that target group.</a:t>
            </a:r>
          </a:p>
        </p:txBody>
      </p:sp>
    </p:spTree>
    <p:extLst>
      <p:ext uri="{BB962C8B-B14F-4D97-AF65-F5344CB8AC3E}">
        <p14:creationId xmlns:p14="http://schemas.microsoft.com/office/powerpoint/2010/main" val="4270784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E39AE-3306-28AC-50BA-5C97A7D1B43F}"/>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7890F5FF-3196-0764-1DEC-3CF560E39809}"/>
              </a:ext>
            </a:extLst>
          </p:cNvPr>
          <p:cNvSpPr>
            <a:spLocks noGrp="1"/>
          </p:cNvSpPr>
          <p:nvPr>
            <p:ph type="title"/>
          </p:nvPr>
        </p:nvSpPr>
        <p:spPr>
          <a:xfrm>
            <a:off x="457199" y="705125"/>
            <a:ext cx="11272649" cy="356760"/>
          </a:xfrm>
          <a:noFill/>
        </p:spPr>
        <p:txBody>
          <a:bodyPr>
            <a:normAutofit fontScale="90000"/>
          </a:bodyPr>
          <a:lstStyle/>
          <a:p>
            <a:pPr algn="ctr"/>
            <a:r>
              <a:rPr lang="en-US" sz="1800" b="1" dirty="0">
                <a:solidFill>
                  <a:schemeClr val="accent2">
                    <a:lumMod val="50000"/>
                  </a:schemeClr>
                </a:solidFill>
                <a:latin typeface="Times New Roman" panose="02020603050405020304" pitchFamily="18" charset="0"/>
                <a:cs typeface="Times New Roman" panose="02020603050405020304" pitchFamily="18" charset="0"/>
              </a:rPr>
              <a:t>Contingency Table</a:t>
            </a:r>
          </a:p>
        </p:txBody>
      </p:sp>
      <p:pic>
        <p:nvPicPr>
          <p:cNvPr id="4" name="Content Placeholder 3">
            <a:extLst>
              <a:ext uri="{FF2B5EF4-FFF2-40B4-BE49-F238E27FC236}">
                <a16:creationId xmlns:a16="http://schemas.microsoft.com/office/drawing/2014/main" id="{339B54D2-6D1C-377A-E16B-BA04950CB338}"/>
              </a:ext>
            </a:extLst>
          </p:cNvPr>
          <p:cNvPicPr>
            <a:picLocks noGrp="1" noChangeAspect="1"/>
          </p:cNvPicPr>
          <p:nvPr>
            <p:ph idx="4294967295"/>
          </p:nvPr>
        </p:nvPicPr>
        <p:blipFill>
          <a:blip r:embed="rId3"/>
          <a:stretch>
            <a:fillRect/>
          </a:stretch>
        </p:blipFill>
        <p:spPr>
          <a:xfrm>
            <a:off x="3354703" y="1209369"/>
            <a:ext cx="5477639" cy="5163271"/>
          </a:xfrm>
          <a:noFill/>
        </p:spPr>
      </p:pic>
    </p:spTree>
    <p:extLst>
      <p:ext uri="{BB962C8B-B14F-4D97-AF65-F5344CB8AC3E}">
        <p14:creationId xmlns:p14="http://schemas.microsoft.com/office/powerpoint/2010/main" val="384803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4E430-E7C0-FB8C-84A5-B6D8D800BA5A}"/>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234CE35D-9002-F79A-98F9-623068629821}"/>
              </a:ext>
            </a:extLst>
          </p:cNvPr>
          <p:cNvSpPr>
            <a:spLocks noGrp="1"/>
          </p:cNvSpPr>
          <p:nvPr>
            <p:ph type="title"/>
          </p:nvPr>
        </p:nvSpPr>
        <p:spPr>
          <a:xfrm>
            <a:off x="581192" y="702156"/>
            <a:ext cx="11029616" cy="487547"/>
          </a:xfrm>
          <a:noFill/>
        </p:spPr>
        <p:txBody>
          <a:bodyPr>
            <a:normAutofit fontScale="90000"/>
          </a:bodyPr>
          <a:lstStyle/>
          <a:p>
            <a:r>
              <a:rPr lang="en-US" sz="3200" b="1" dirty="0">
                <a:solidFill>
                  <a:schemeClr val="accent2">
                    <a:lumMod val="50000"/>
                  </a:schemeClr>
                </a:solidFill>
                <a:latin typeface="Times New Roman" panose="02020603050405020304" pitchFamily="18" charset="0"/>
                <a:cs typeface="Times New Roman" panose="02020603050405020304" pitchFamily="18" charset="0"/>
              </a:rPr>
              <a:t>HYPOTHESIS</a:t>
            </a:r>
          </a:p>
        </p:txBody>
      </p:sp>
      <p:sp>
        <p:nvSpPr>
          <p:cNvPr id="20" name="Subtitle 2">
            <a:extLst>
              <a:ext uri="{FF2B5EF4-FFF2-40B4-BE49-F238E27FC236}">
                <a16:creationId xmlns:a16="http://schemas.microsoft.com/office/drawing/2014/main" id="{5792B2CC-407A-8BAA-F6AB-D578D7BB5310}"/>
              </a:ext>
            </a:extLst>
          </p:cNvPr>
          <p:cNvSpPr>
            <a:spLocks noGrp="1"/>
          </p:cNvSpPr>
          <p:nvPr>
            <p:ph idx="1"/>
          </p:nvPr>
        </p:nvSpPr>
        <p:spPr>
          <a:xfrm>
            <a:off x="581192" y="1189703"/>
            <a:ext cx="11029615" cy="5181600"/>
          </a:xfrm>
          <a:noFill/>
        </p:spPr>
        <p:txBody>
          <a:bodyPr anchor="t">
            <a:normAutofit fontScale="92500" lnSpcReduction="10000"/>
          </a:bodyPr>
          <a:lstStyle/>
          <a:p>
            <a:pPr marL="0" indent="0">
              <a:buNone/>
            </a:pPr>
            <a:endParaRPr lang="en-US" sz="22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The Null Hypothesis (H0)</a:t>
            </a:r>
          </a:p>
          <a:p>
            <a:pPr lvl="1">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No association between Covid-19 vaccinations and a diagnosis of cardiac arrest/myocardial infarction in the US population.</a:t>
            </a:r>
          </a:p>
          <a:p>
            <a:pPr marL="324000" lvl="1"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Using a sample drawn from the BRFSS, this study determines:</a:t>
            </a:r>
          </a:p>
          <a:p>
            <a:pPr lvl="1">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Whether there is enough evidence in the sample data to reject H0</a:t>
            </a:r>
          </a:p>
          <a:p>
            <a:pPr lvl="1">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And, if so, the magnitude of the association.</a:t>
            </a:r>
          </a:p>
          <a:p>
            <a:pPr marL="324000" lvl="1" indent="0">
              <a:buNone/>
            </a:pPr>
            <a:endParaRPr lang="en-US" sz="20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That is,</a:t>
            </a:r>
          </a:p>
          <a:p>
            <a:pPr lvl="1">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Given DIAGNOSIS = a + B</a:t>
            </a:r>
            <a:r>
              <a:rPr lang="en-US" sz="14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a:t>
            </a:r>
            <a:r>
              <a:rPr lang="en-US" sz="1900" dirty="0">
                <a:latin typeface="Times New Roman" panose="02020603050405020304" pitchFamily="18" charset="0"/>
                <a:cs typeface="Times New Roman" panose="02020603050405020304" pitchFamily="18" charset="0"/>
              </a:rPr>
              <a:t>VACCINE) + B</a:t>
            </a:r>
            <a:r>
              <a:rPr lang="en-US" sz="14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a:t>
            </a:r>
            <a:r>
              <a:rPr lang="en-US" sz="1900" dirty="0">
                <a:latin typeface="Times New Roman" panose="02020603050405020304" pitchFamily="18" charset="0"/>
                <a:cs typeface="Times New Roman" panose="02020603050405020304" pitchFamily="18" charset="0"/>
              </a:rPr>
              <a:t>EXERCISE) + B</a:t>
            </a:r>
            <a:r>
              <a:rPr lang="en-US" sz="1400" dirty="0">
                <a:latin typeface="Times New Roman" panose="02020603050405020304" pitchFamily="18" charset="0"/>
                <a:cs typeface="Times New Roman" panose="02020603050405020304" pitchFamily="18" charset="0"/>
              </a:rPr>
              <a:t>3</a:t>
            </a:r>
            <a:r>
              <a:rPr lang="en-US" sz="2400" dirty="0">
                <a:latin typeface="Times New Roman" panose="02020603050405020304" pitchFamily="18" charset="0"/>
                <a:cs typeface="Times New Roman" panose="02020603050405020304" pitchFamily="18" charset="0"/>
              </a:rPr>
              <a:t>(</a:t>
            </a:r>
            <a:r>
              <a:rPr lang="en-US" sz="1900" dirty="0">
                <a:latin typeface="Times New Roman" panose="02020603050405020304" pitchFamily="18" charset="0"/>
                <a:cs typeface="Times New Roman" panose="02020603050405020304" pitchFamily="18" charset="0"/>
              </a:rPr>
              <a:t>SEX) + B</a:t>
            </a:r>
            <a:r>
              <a:rPr lang="en-US" sz="1400" dirty="0">
                <a:latin typeface="Times New Roman" panose="02020603050405020304" pitchFamily="18" charset="0"/>
                <a:cs typeface="Times New Roman" panose="02020603050405020304" pitchFamily="18" charset="0"/>
              </a:rPr>
              <a:t>4</a:t>
            </a:r>
            <a:r>
              <a:rPr lang="en-US" sz="2400" dirty="0">
                <a:latin typeface="Times New Roman" panose="02020603050405020304" pitchFamily="18" charset="0"/>
                <a:cs typeface="Times New Roman" panose="02020603050405020304" pitchFamily="18" charset="0"/>
              </a:rPr>
              <a:t>(</a:t>
            </a:r>
            <a:r>
              <a:rPr lang="en-US" sz="1900" dirty="0">
                <a:latin typeface="Times New Roman" panose="02020603050405020304" pitchFamily="18" charset="0"/>
                <a:cs typeface="Times New Roman" panose="02020603050405020304" pitchFamily="18" charset="0"/>
              </a:rPr>
              <a:t>AGECAT) + B</a:t>
            </a:r>
            <a:r>
              <a:rPr lang="en-US" sz="1400" dirty="0">
                <a:latin typeface="Times New Roman" panose="02020603050405020304" pitchFamily="18" charset="0"/>
                <a:cs typeface="Times New Roman" panose="02020603050405020304" pitchFamily="18" charset="0"/>
              </a:rPr>
              <a:t>5</a:t>
            </a:r>
            <a:r>
              <a:rPr lang="en-US" sz="2400" dirty="0">
                <a:latin typeface="Times New Roman" panose="02020603050405020304" pitchFamily="18" charset="0"/>
                <a:cs typeface="Times New Roman" panose="02020603050405020304" pitchFamily="18" charset="0"/>
              </a:rPr>
              <a:t>(</a:t>
            </a:r>
            <a:r>
              <a:rPr lang="en-US" sz="1900" dirty="0">
                <a:latin typeface="Times New Roman" panose="02020603050405020304" pitchFamily="18" charset="0"/>
                <a:cs typeface="Times New Roman" panose="02020603050405020304" pitchFamily="18" charset="0"/>
              </a:rPr>
              <a:t>RACE) </a:t>
            </a:r>
          </a:p>
          <a:p>
            <a:pPr lvl="2">
              <a:buFont typeface="Wingdings" panose="05000000000000000000" pitchFamily="2" charset="2"/>
              <a:buChar char="Ø"/>
            </a:pPr>
            <a:r>
              <a:rPr lang="en-US" sz="1700" dirty="0">
                <a:latin typeface="Times New Roman" panose="02020603050405020304" pitchFamily="18" charset="0"/>
                <a:cs typeface="Times New Roman" panose="02020603050405020304" pitchFamily="18" charset="0"/>
              </a:rPr>
              <a:t>Is B</a:t>
            </a:r>
            <a:r>
              <a:rPr lang="en-US" dirty="0">
                <a:latin typeface="Times New Roman" panose="02020603050405020304" pitchFamily="18" charset="0"/>
                <a:cs typeface="Times New Roman" panose="02020603050405020304" pitchFamily="18" charset="0"/>
              </a:rPr>
              <a:t>1 </a:t>
            </a:r>
            <a:r>
              <a:rPr lang="en-US" sz="1900" dirty="0">
                <a:latin typeface="Times New Roman" panose="02020603050405020304" pitchFamily="18" charset="0"/>
                <a:cs typeface="Times New Roman" panose="02020603050405020304" pitchFamily="18" charset="0"/>
              </a:rPr>
              <a:t>statistically = 0?</a:t>
            </a:r>
            <a:endParaRPr lang="en-US"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Ø"/>
            </a:pPr>
            <a:r>
              <a:rPr lang="en-US" sz="1700" dirty="0">
                <a:latin typeface="Times New Roman" panose="02020603050405020304" pitchFamily="18" charset="0"/>
                <a:cs typeface="Times New Roman" panose="02020603050405020304" pitchFamily="18" charset="0"/>
              </a:rPr>
              <a:t>If not, how large is B</a:t>
            </a:r>
            <a:r>
              <a:rPr lang="en-US" dirty="0">
                <a:latin typeface="Times New Roman" panose="02020603050405020304" pitchFamily="18" charset="0"/>
                <a:cs typeface="Times New Roman" panose="02020603050405020304" pitchFamily="18" charset="0"/>
              </a:rPr>
              <a:t>1</a:t>
            </a:r>
            <a:r>
              <a:rPr lang="en-US" sz="1900"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5191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83714-929C-2A1F-7E73-6B8945BC8EDE}"/>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2AE79926-2B44-5981-00CE-B733E310E5D1}"/>
              </a:ext>
            </a:extLst>
          </p:cNvPr>
          <p:cNvSpPr>
            <a:spLocks noGrp="1"/>
          </p:cNvSpPr>
          <p:nvPr>
            <p:ph type="title"/>
          </p:nvPr>
        </p:nvSpPr>
        <p:spPr>
          <a:xfrm>
            <a:off x="581192" y="702156"/>
            <a:ext cx="11029616" cy="487547"/>
          </a:xfrm>
          <a:noFill/>
        </p:spPr>
        <p:txBody>
          <a:bodyPr>
            <a:normAutofit fontScale="90000"/>
          </a:bodyPr>
          <a:lstStyle/>
          <a:p>
            <a:r>
              <a:rPr lang="en-US" sz="3200" b="1" dirty="0">
                <a:solidFill>
                  <a:schemeClr val="accent2">
                    <a:lumMod val="50000"/>
                  </a:schemeClr>
                </a:solidFill>
                <a:latin typeface="Times New Roman" panose="02020603050405020304" pitchFamily="18" charset="0"/>
                <a:cs typeface="Times New Roman" panose="02020603050405020304" pitchFamily="18" charset="0"/>
              </a:rPr>
              <a:t>METHODS</a:t>
            </a:r>
          </a:p>
        </p:txBody>
      </p:sp>
      <p:sp>
        <p:nvSpPr>
          <p:cNvPr id="20" name="Subtitle 2">
            <a:extLst>
              <a:ext uri="{FF2B5EF4-FFF2-40B4-BE49-F238E27FC236}">
                <a16:creationId xmlns:a16="http://schemas.microsoft.com/office/drawing/2014/main" id="{FECCCAF9-F0CB-4B70-50FE-7CE2BCA8AE63}"/>
              </a:ext>
            </a:extLst>
          </p:cNvPr>
          <p:cNvSpPr>
            <a:spLocks noGrp="1"/>
          </p:cNvSpPr>
          <p:nvPr>
            <p:ph idx="1"/>
          </p:nvPr>
        </p:nvSpPr>
        <p:spPr>
          <a:xfrm>
            <a:off x="581192" y="1189703"/>
            <a:ext cx="11029615" cy="5181600"/>
          </a:xfrm>
          <a:noFill/>
        </p:spPr>
        <p:txBody>
          <a:bodyPr anchor="t">
            <a:normAutofit/>
          </a:bodyPr>
          <a:lstStyle/>
          <a:p>
            <a:pPr>
              <a:buFont typeface="Wingdings" panose="05000000000000000000" pitchFamily="2" charset="2"/>
              <a:buChar char="Ø"/>
            </a:pPr>
            <a:endParaRPr lang="en-US" sz="22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Population of Interest</a:t>
            </a:r>
          </a:p>
          <a:p>
            <a:pPr lvl="1">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Surveyed 18 to 80-year-old Americans across all 50 states that reported as to whether they had taken the COVID-19 vaccination or not.</a:t>
            </a:r>
          </a:p>
          <a:p>
            <a:pPr marL="324000" lvl="1"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Sample of Population</a:t>
            </a:r>
          </a:p>
          <a:p>
            <a:pPr lvl="1">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CDC BRFSS 2023 survey</a:t>
            </a:r>
          </a:p>
          <a:p>
            <a:pPr lvl="2">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Annually collects data on health-related risk behaviors, chronic health conditions, and use of preventative services from 400,000+ people.</a:t>
            </a:r>
          </a:p>
          <a:p>
            <a:pPr lvl="1">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Of the 433,324 survey participants in 2023,  24.2% (104,890) satisfied the sample requirements for this study.</a:t>
            </a:r>
          </a:p>
          <a:p>
            <a:pPr lvl="2">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Reported a COVID-19 vaccination status and had complete data for all variables.</a:t>
            </a:r>
          </a:p>
          <a:p>
            <a:pPr marL="324000" lvl="1"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3969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A4D55-7546-42C5-1D22-7AD6A42CE2B7}"/>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2420809C-2E3F-178C-82CA-B5F428D49C3A}"/>
              </a:ext>
            </a:extLst>
          </p:cNvPr>
          <p:cNvSpPr>
            <a:spLocks noGrp="1"/>
          </p:cNvSpPr>
          <p:nvPr>
            <p:ph type="title"/>
          </p:nvPr>
        </p:nvSpPr>
        <p:spPr>
          <a:xfrm>
            <a:off x="581192" y="702156"/>
            <a:ext cx="11029616" cy="487547"/>
          </a:xfrm>
          <a:noFill/>
        </p:spPr>
        <p:txBody>
          <a:bodyPr>
            <a:normAutofit fontScale="90000"/>
          </a:bodyPr>
          <a:lstStyle/>
          <a:p>
            <a:r>
              <a:rPr lang="en-US" sz="3200" b="1" dirty="0">
                <a:solidFill>
                  <a:schemeClr val="accent2">
                    <a:lumMod val="50000"/>
                  </a:schemeClr>
                </a:solidFill>
                <a:latin typeface="Times New Roman" panose="02020603050405020304" pitchFamily="18" charset="0"/>
                <a:cs typeface="Times New Roman" panose="02020603050405020304" pitchFamily="18" charset="0"/>
              </a:rPr>
              <a:t>METHODS</a:t>
            </a:r>
          </a:p>
        </p:txBody>
      </p:sp>
      <p:sp>
        <p:nvSpPr>
          <p:cNvPr id="20" name="Subtitle 2">
            <a:extLst>
              <a:ext uri="{FF2B5EF4-FFF2-40B4-BE49-F238E27FC236}">
                <a16:creationId xmlns:a16="http://schemas.microsoft.com/office/drawing/2014/main" id="{07E94E9C-55A1-216E-58D7-32EF06F6BF52}"/>
              </a:ext>
            </a:extLst>
          </p:cNvPr>
          <p:cNvSpPr>
            <a:spLocks noGrp="1"/>
          </p:cNvSpPr>
          <p:nvPr>
            <p:ph idx="1"/>
          </p:nvPr>
        </p:nvSpPr>
        <p:spPr>
          <a:xfrm>
            <a:off x="581192" y="1189703"/>
            <a:ext cx="11029615" cy="5181600"/>
          </a:xfrm>
          <a:noFill/>
        </p:spPr>
        <p:txBody>
          <a:bodyPr anchor="t">
            <a:normAutofit fontScale="92500" lnSpcReduction="20000"/>
          </a:bodyPr>
          <a:lstStyle/>
          <a:p>
            <a:pPr marL="0" indent="0">
              <a:buNone/>
            </a:pPr>
            <a:endParaRPr lang="en-US" sz="22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Model: 		DIAGNOSIS = f(VACCINE, EXERCISE, SEX, AGECAT, RACE)</a:t>
            </a:r>
          </a:p>
          <a:p>
            <a:pPr lvl="1">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Outcome: Cardiac Arrest/Myocardial Infarction  DIAGNOSIS (1 = Yes, 0 = No)</a:t>
            </a:r>
          </a:p>
          <a:p>
            <a:pPr lvl="1">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Exposure: Covid-19 Vaccination  VACCINE (1 = Yes, 0 = No)</a:t>
            </a:r>
          </a:p>
          <a:p>
            <a:pPr lvl="1">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Controls:</a:t>
            </a:r>
          </a:p>
          <a:p>
            <a:pPr lvl="2">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EXERCISE (1 = 300+ minutes/week, 0 = &lt;300 minutes/week)</a:t>
            </a:r>
          </a:p>
          <a:p>
            <a:pPr lvl="3">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After experiencing myocarditis from a vaccination sequence, those who exercise frequently may have a higher risk of cardiac arrest/myocardial infarction. </a:t>
            </a:r>
          </a:p>
          <a:p>
            <a:pPr lvl="2">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SEX (1 = Male, 0 = Female)</a:t>
            </a:r>
          </a:p>
          <a:p>
            <a:pPr lvl="3">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Males have been reported to experience myocarditis from a vaccination sequence more than females.</a:t>
            </a:r>
          </a:p>
          <a:p>
            <a:pPr lvl="2">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AGECAT (1 = 18 to 34, 2 = 35 to 54, 3 = 55+)</a:t>
            </a:r>
          </a:p>
          <a:p>
            <a:pPr lvl="3">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Younger population have been reported to experience myocarditis from a vaccination sequence more than the older population.</a:t>
            </a:r>
          </a:p>
          <a:p>
            <a:pPr lvl="2">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RACE (1 = White, 2 = Black, 3 = Asian, 4 = Native, 5 = Hispanic, 6 = Other)</a:t>
            </a:r>
          </a:p>
          <a:p>
            <a:pPr lvl="3">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Curiosity drove the choice of this variable.</a:t>
            </a:r>
            <a:endParaRPr lang="en-US" sz="1800" dirty="0">
              <a:latin typeface="Times New Roman" panose="02020603050405020304" pitchFamily="18" charset="0"/>
              <a:cs typeface="Times New Roman" panose="02020603050405020304" pitchFamily="18" charset="0"/>
            </a:endParaRPr>
          </a:p>
          <a:p>
            <a:pPr marL="324000" lvl="1"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8208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766D3-844B-E459-8429-74C1D3078D94}"/>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AD08C289-F37C-7016-B480-4B1DCDA1BCFC}"/>
              </a:ext>
            </a:extLst>
          </p:cNvPr>
          <p:cNvSpPr>
            <a:spLocks noGrp="1"/>
          </p:cNvSpPr>
          <p:nvPr>
            <p:ph type="title"/>
          </p:nvPr>
        </p:nvSpPr>
        <p:spPr>
          <a:xfrm>
            <a:off x="581192" y="702156"/>
            <a:ext cx="11029616" cy="487547"/>
          </a:xfrm>
          <a:noFill/>
        </p:spPr>
        <p:txBody>
          <a:bodyPr>
            <a:normAutofit fontScale="90000"/>
          </a:bodyPr>
          <a:lstStyle/>
          <a:p>
            <a:r>
              <a:rPr lang="en-US" sz="3200" b="1" dirty="0">
                <a:solidFill>
                  <a:schemeClr val="accent2">
                    <a:lumMod val="50000"/>
                  </a:schemeClr>
                </a:solidFill>
                <a:latin typeface="Times New Roman" panose="02020603050405020304" pitchFamily="18" charset="0"/>
                <a:cs typeface="Times New Roman" panose="02020603050405020304" pitchFamily="18" charset="0"/>
              </a:rPr>
              <a:t>METHODS</a:t>
            </a:r>
          </a:p>
        </p:txBody>
      </p:sp>
      <p:sp>
        <p:nvSpPr>
          <p:cNvPr id="20" name="Subtitle 2">
            <a:extLst>
              <a:ext uri="{FF2B5EF4-FFF2-40B4-BE49-F238E27FC236}">
                <a16:creationId xmlns:a16="http://schemas.microsoft.com/office/drawing/2014/main" id="{3F819259-F4B7-D971-C746-A887972D1487}"/>
              </a:ext>
            </a:extLst>
          </p:cNvPr>
          <p:cNvSpPr>
            <a:spLocks noGrp="1"/>
          </p:cNvSpPr>
          <p:nvPr>
            <p:ph idx="1"/>
          </p:nvPr>
        </p:nvSpPr>
        <p:spPr>
          <a:xfrm>
            <a:off x="581192" y="1189703"/>
            <a:ext cx="11029615" cy="5181600"/>
          </a:xfrm>
          <a:noFill/>
        </p:spPr>
        <p:txBody>
          <a:bodyPr anchor="t">
            <a:normAutofit fontScale="92500" lnSpcReduction="10000"/>
          </a:bodyPr>
          <a:lstStyle/>
          <a:p>
            <a:pPr marL="0" indent="0">
              <a:buNone/>
            </a:pPr>
            <a:endParaRPr lang="en-US" sz="22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Statistical Approach</a:t>
            </a:r>
          </a:p>
          <a:p>
            <a:pPr lvl="1">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Univariate statistics comparing actual with population expected distributions across variable sub-categories.</a:t>
            </a:r>
          </a:p>
          <a:p>
            <a:pPr lvl="1">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Pearson X2 Test of Association</a:t>
            </a:r>
          </a:p>
          <a:p>
            <a:pPr lvl="2">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Between the control variables (EXERCISE, SEX, AGE, RACE) and the exposure variable (VACCINE)</a:t>
            </a:r>
          </a:p>
          <a:p>
            <a:pPr lvl="2">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Between RHS variables (VACCINE, EXERCISE, SEX, AGE, RACE) and the outcome variable (DIAGNOSIS)</a:t>
            </a:r>
            <a:endParaRPr lang="en-US"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Logistic Regression =&gt; Adjusted Odds Ratios and 95% CI</a:t>
            </a:r>
          </a:p>
          <a:p>
            <a:pPr lvl="2">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Additional analysis including:</a:t>
            </a:r>
          </a:p>
          <a:p>
            <a:pPr lvl="3">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GOF Tests</a:t>
            </a:r>
          </a:p>
          <a:p>
            <a:pPr lvl="3">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Confounding Tests</a:t>
            </a:r>
          </a:p>
          <a:p>
            <a:pPr lvl="3">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Effect Modification Test/Estimation</a:t>
            </a:r>
          </a:p>
          <a:p>
            <a:pPr lvl="1">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Findings presented in three report tables with discussion of each table’s results.</a:t>
            </a:r>
          </a:p>
          <a:p>
            <a:pPr lvl="1">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Statistical analysis performed in SAS.</a:t>
            </a:r>
            <a:endParaRPr lang="en-US" sz="1800" dirty="0">
              <a:latin typeface="Times New Roman" panose="02020603050405020304" pitchFamily="18" charset="0"/>
              <a:cs typeface="Times New Roman" panose="02020603050405020304" pitchFamily="18" charset="0"/>
            </a:endParaRPr>
          </a:p>
          <a:p>
            <a:pPr marL="324000" lvl="1"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9814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37C21-2B6D-A446-B728-B5ECDFFC14D6}"/>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64E1069B-8DBF-53E1-7EBE-4A510D9510F6}"/>
              </a:ext>
            </a:extLst>
          </p:cNvPr>
          <p:cNvSpPr>
            <a:spLocks noGrp="1"/>
          </p:cNvSpPr>
          <p:nvPr>
            <p:ph type="title"/>
          </p:nvPr>
        </p:nvSpPr>
        <p:spPr>
          <a:xfrm>
            <a:off x="581192" y="702156"/>
            <a:ext cx="11029616" cy="487547"/>
          </a:xfrm>
          <a:noFill/>
        </p:spPr>
        <p:txBody>
          <a:bodyPr>
            <a:normAutofit fontScale="90000"/>
          </a:bodyPr>
          <a:lstStyle/>
          <a:p>
            <a:r>
              <a:rPr lang="en-US" sz="3200" b="1" dirty="0">
                <a:solidFill>
                  <a:schemeClr val="accent2">
                    <a:lumMod val="50000"/>
                  </a:schemeClr>
                </a:solidFill>
                <a:latin typeface="Times New Roman" panose="02020603050405020304" pitchFamily="18" charset="0"/>
                <a:cs typeface="Times New Roman" panose="02020603050405020304" pitchFamily="18" charset="0"/>
              </a:rPr>
              <a:t>SUMMARY</a:t>
            </a:r>
          </a:p>
        </p:txBody>
      </p:sp>
      <p:sp>
        <p:nvSpPr>
          <p:cNvPr id="20" name="Subtitle 2">
            <a:extLst>
              <a:ext uri="{FF2B5EF4-FFF2-40B4-BE49-F238E27FC236}">
                <a16:creationId xmlns:a16="http://schemas.microsoft.com/office/drawing/2014/main" id="{6954188F-BDCB-09A8-3AB1-F9FD92E8176E}"/>
              </a:ext>
            </a:extLst>
          </p:cNvPr>
          <p:cNvSpPr>
            <a:spLocks noGrp="1"/>
          </p:cNvSpPr>
          <p:nvPr>
            <p:ph idx="1"/>
          </p:nvPr>
        </p:nvSpPr>
        <p:spPr>
          <a:xfrm>
            <a:off x="581192" y="1189703"/>
            <a:ext cx="11029615" cy="5181600"/>
          </a:xfrm>
          <a:noFill/>
        </p:spPr>
        <p:txBody>
          <a:bodyPr anchor="t">
            <a:normAutofit/>
          </a:bodyPr>
          <a:lstStyle/>
          <a:p>
            <a:pPr marL="0" indent="0">
              <a:buNone/>
            </a:pPr>
            <a:endParaRPr lang="en-US" sz="22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The study aim is to advance our knowledge of the quantitative association between Covid-19 vaccinations and a diagnosis of cardiac arrest/myocardial infarction in the US population.</a:t>
            </a:r>
          </a:p>
          <a:p>
            <a:pPr lvl="1">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Supported by a large, vetted, representative and current survey database of Americans health-related risk behaviors, chronic health conditions, and use of preventative services.</a:t>
            </a:r>
          </a:p>
          <a:p>
            <a:pPr lvl="1">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 finding that Covid-19 vaccinated Americans are possibly at a higher risk of cardiac arrest/ myocardial infarction.</a:t>
            </a:r>
          </a:p>
          <a:p>
            <a:pPr lvl="2">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More resources targeting the unforeseen effects of m-RNA vaccines.</a:t>
            </a:r>
          </a:p>
          <a:p>
            <a:pPr lvl="2">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Increase the general awareness of the potential for myocarditis from Covid-19 vaccinations.</a:t>
            </a:r>
          </a:p>
          <a:p>
            <a:pPr marL="324000" lvl="1"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41400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AC088-561B-3443-CC73-77FE4A75CAFD}"/>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2ACE1E4C-6489-B78D-14F8-6C901FD99AC3}"/>
              </a:ext>
            </a:extLst>
          </p:cNvPr>
          <p:cNvSpPr>
            <a:spLocks noGrp="1"/>
          </p:cNvSpPr>
          <p:nvPr>
            <p:ph type="title"/>
          </p:nvPr>
        </p:nvSpPr>
        <p:spPr>
          <a:xfrm>
            <a:off x="581192" y="702156"/>
            <a:ext cx="11029616" cy="487547"/>
          </a:xfrm>
          <a:noFill/>
        </p:spPr>
        <p:txBody>
          <a:bodyPr>
            <a:normAutofit fontScale="90000"/>
          </a:bodyPr>
          <a:lstStyle/>
          <a:p>
            <a:r>
              <a:rPr lang="en-US" sz="3200" b="1" dirty="0">
                <a:solidFill>
                  <a:schemeClr val="accent2">
                    <a:lumMod val="50000"/>
                  </a:schemeClr>
                </a:solidFill>
                <a:latin typeface="Times New Roman" panose="02020603050405020304" pitchFamily="18" charset="0"/>
                <a:cs typeface="Times New Roman" panose="02020603050405020304" pitchFamily="18" charset="0"/>
              </a:rPr>
              <a:t>REFERENCES</a:t>
            </a:r>
          </a:p>
        </p:txBody>
      </p:sp>
      <p:sp>
        <p:nvSpPr>
          <p:cNvPr id="20" name="Subtitle 2">
            <a:extLst>
              <a:ext uri="{FF2B5EF4-FFF2-40B4-BE49-F238E27FC236}">
                <a16:creationId xmlns:a16="http://schemas.microsoft.com/office/drawing/2014/main" id="{BE947C8D-D916-851E-2EE5-3DBFAFBA62FA}"/>
              </a:ext>
            </a:extLst>
          </p:cNvPr>
          <p:cNvSpPr>
            <a:spLocks noGrp="1"/>
          </p:cNvSpPr>
          <p:nvPr>
            <p:ph idx="1"/>
          </p:nvPr>
        </p:nvSpPr>
        <p:spPr>
          <a:xfrm>
            <a:off x="581192" y="1189703"/>
            <a:ext cx="11029615" cy="5181600"/>
          </a:xfrm>
          <a:noFill/>
        </p:spPr>
        <p:txBody>
          <a:bodyPr anchor="t">
            <a:normAutofit/>
          </a:bodyPr>
          <a:lstStyle/>
          <a:p>
            <a:pPr marL="0" indent="0">
              <a:buNone/>
            </a:pPr>
            <a:endParaRPr lang="en-US" sz="22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CDC – 2023 Behavioral Risk Factor Surveillance System (BRFSS) Database</a:t>
            </a:r>
          </a:p>
          <a:p>
            <a:pPr marL="0" indent="0">
              <a:buNone/>
            </a:pPr>
            <a:endParaRPr lang="en-US" sz="22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American Heart Association (AHA) 2025-Statistics-At-A-Glance</a:t>
            </a:r>
          </a:p>
          <a:p>
            <a:pPr marL="0" indent="0">
              <a:buNone/>
            </a:pPr>
            <a:endParaRPr lang="en-US" sz="22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Nordic Cohort Study – Published in </a:t>
            </a:r>
            <a:r>
              <a:rPr lang="en-US" sz="2200" b="1" i="1" dirty="0">
                <a:latin typeface="Times New Roman" panose="02020603050405020304" pitchFamily="18" charset="0"/>
                <a:cs typeface="Times New Roman" panose="02020603050405020304" pitchFamily="18" charset="0"/>
              </a:rPr>
              <a:t>JAMA Cardiology </a:t>
            </a:r>
            <a:r>
              <a:rPr lang="en-US" sz="2200" b="1" dirty="0">
                <a:latin typeface="Times New Roman" panose="02020603050405020304" pitchFamily="18" charset="0"/>
                <a:cs typeface="Times New Roman" panose="02020603050405020304" pitchFamily="18" charset="0"/>
              </a:rPr>
              <a:t>(2022)</a:t>
            </a:r>
          </a:p>
          <a:p>
            <a:pPr>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Israel Retrospective Study – Published in </a:t>
            </a:r>
            <a:r>
              <a:rPr lang="en-US" sz="2200" b="1" i="1" dirty="0">
                <a:latin typeface="Times New Roman" panose="02020603050405020304" pitchFamily="18" charset="0"/>
                <a:cs typeface="Times New Roman" panose="02020603050405020304" pitchFamily="18" charset="0"/>
              </a:rPr>
              <a:t>The New England Journal Of Medicine </a:t>
            </a:r>
            <a:r>
              <a:rPr lang="en-US" sz="2200" b="1" dirty="0">
                <a:latin typeface="Times New Roman" panose="02020603050405020304" pitchFamily="18" charset="0"/>
                <a:cs typeface="Times New Roman" panose="02020603050405020304" pitchFamily="18" charset="0"/>
              </a:rPr>
              <a:t>(2021)</a:t>
            </a:r>
          </a:p>
          <a:p>
            <a:pPr>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US VAERS Analysis – Published in </a:t>
            </a:r>
            <a:r>
              <a:rPr lang="en-US" sz="2200" b="1" i="1" dirty="0">
                <a:latin typeface="Times New Roman" panose="02020603050405020304" pitchFamily="18" charset="0"/>
                <a:cs typeface="Times New Roman" panose="02020603050405020304" pitchFamily="18" charset="0"/>
              </a:rPr>
              <a:t>JAMA Cardiology </a:t>
            </a:r>
            <a:r>
              <a:rPr lang="en-US" sz="2200" b="1" dirty="0">
                <a:latin typeface="Times New Roman" panose="02020603050405020304" pitchFamily="18" charset="0"/>
                <a:cs typeface="Times New Roman" panose="02020603050405020304" pitchFamily="18" charset="0"/>
              </a:rPr>
              <a:t>(2022)</a:t>
            </a:r>
          </a:p>
          <a:p>
            <a:pPr>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England Cohort Study – Published in </a:t>
            </a:r>
            <a:r>
              <a:rPr lang="en-US" sz="2200" b="1" i="1" dirty="0">
                <a:latin typeface="Times New Roman" panose="02020603050405020304" pitchFamily="18" charset="0"/>
                <a:cs typeface="Times New Roman" panose="02020603050405020304" pitchFamily="18" charset="0"/>
              </a:rPr>
              <a:t>Circulation</a:t>
            </a:r>
            <a:r>
              <a:rPr lang="en-US" sz="2200" b="1" dirty="0">
                <a:latin typeface="Times New Roman" panose="02020603050405020304" pitchFamily="18" charset="0"/>
                <a:cs typeface="Times New Roman" panose="02020603050405020304" pitchFamily="18" charset="0"/>
              </a:rPr>
              <a:t> (2022)</a:t>
            </a:r>
          </a:p>
          <a:p>
            <a:pPr>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Global Vaccine Data Network (GVDN) Study – Published in </a:t>
            </a:r>
            <a:r>
              <a:rPr lang="en-US" sz="2200" b="1" i="1" dirty="0">
                <a:latin typeface="Times New Roman" panose="02020603050405020304" pitchFamily="18" charset="0"/>
                <a:cs typeface="Times New Roman" panose="02020603050405020304" pitchFamily="18" charset="0"/>
              </a:rPr>
              <a:t>Vaccine</a:t>
            </a:r>
            <a:r>
              <a:rPr lang="en-US" sz="2200" b="1" dirty="0">
                <a:latin typeface="Times New Roman" panose="02020603050405020304" pitchFamily="18" charset="0"/>
                <a:cs typeface="Times New Roman" panose="02020603050405020304" pitchFamily="18" charset="0"/>
              </a:rPr>
              <a:t> (2024)</a:t>
            </a:r>
            <a:endParaRPr lang="en-US" sz="1800" dirty="0">
              <a:latin typeface="Times New Roman" panose="02020603050405020304" pitchFamily="18" charset="0"/>
              <a:cs typeface="Times New Roman" panose="02020603050405020304" pitchFamily="18" charset="0"/>
            </a:endParaRPr>
          </a:p>
          <a:p>
            <a:pPr marL="324000" lvl="1"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6009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E6C8E6EB-4C59-429B-97E4-72A058CFC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Rectangle 37">
            <a:extLst>
              <a:ext uri="{FF2B5EF4-FFF2-40B4-BE49-F238E27FC236}">
                <a16:creationId xmlns:a16="http://schemas.microsoft.com/office/drawing/2014/main" id="{B5B90362-AFCC-46A9-B41C-A257A8C5B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0" name="Rectangle 39">
            <a:extLst>
              <a:ext uri="{FF2B5EF4-FFF2-40B4-BE49-F238E27FC236}">
                <a16:creationId xmlns:a16="http://schemas.microsoft.com/office/drawing/2014/main" id="{F71EF7F1-38BA-471D-8CD4-2A9AE8E35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2" name="Rectangle 41">
            <a:extLst>
              <a:ext uri="{FF2B5EF4-FFF2-40B4-BE49-F238E27FC236}">
                <a16:creationId xmlns:a16="http://schemas.microsoft.com/office/drawing/2014/main" id="{1BB56EB9-078F-4952-AC1F-149C7A0AE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D3772EE4-ED5E-4D3A-A306-B22CF86678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601200"/>
            <a:ext cx="3703320" cy="578936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Title 30">
            <a:extLst>
              <a:ext uri="{FF2B5EF4-FFF2-40B4-BE49-F238E27FC236}">
                <a16:creationId xmlns:a16="http://schemas.microsoft.com/office/drawing/2014/main" id="{B045D6AF-532B-394C-0C6F-38B6628CE9DF}"/>
              </a:ext>
            </a:extLst>
          </p:cNvPr>
          <p:cNvSpPr>
            <a:spLocks noGrp="1"/>
          </p:cNvSpPr>
          <p:nvPr>
            <p:ph type="title"/>
          </p:nvPr>
        </p:nvSpPr>
        <p:spPr>
          <a:xfrm>
            <a:off x="672280" y="944752"/>
            <a:ext cx="3259016" cy="1462692"/>
          </a:xfrm>
        </p:spPr>
        <p:txBody>
          <a:bodyPr vert="horz" lIns="91440" tIns="45720" rIns="91440" bIns="45720" rtlCol="0" anchor="b">
            <a:normAutofit/>
          </a:bodyPr>
          <a:lstStyle/>
          <a:p>
            <a:r>
              <a:rPr lang="en-US" b="0" kern="1200" cap="all" dirty="0">
                <a:solidFill>
                  <a:srgbClr val="FFFFFF"/>
                </a:solidFill>
                <a:latin typeface="+mj-lt"/>
                <a:ea typeface="+mj-ea"/>
                <a:cs typeface="+mj-cs"/>
              </a:rPr>
              <a:t>Thank you</a:t>
            </a:r>
          </a:p>
        </p:txBody>
      </p:sp>
      <p:sp>
        <p:nvSpPr>
          <p:cNvPr id="46" name="Rectangle 45">
            <a:extLst>
              <a:ext uri="{FF2B5EF4-FFF2-40B4-BE49-F238E27FC236}">
                <a16:creationId xmlns:a16="http://schemas.microsoft.com/office/drawing/2014/main" id="{10058680-D07C-4893-B2B7-91543F18A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8" name="Rectangle 47">
            <a:extLst>
              <a:ext uri="{FF2B5EF4-FFF2-40B4-BE49-F238E27FC236}">
                <a16:creationId xmlns:a16="http://schemas.microsoft.com/office/drawing/2014/main" id="{7B42427A-0A1F-4A55-8705-D9179F1E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50" name="Rectangle 49">
            <a:extLst>
              <a:ext uri="{FF2B5EF4-FFF2-40B4-BE49-F238E27FC236}">
                <a16:creationId xmlns:a16="http://schemas.microsoft.com/office/drawing/2014/main" id="{EE54A6FE-D8CB-48A3-900B-053D4EBD3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2F59B25D-9615-9332-C32E-4F458417E11E}"/>
              </a:ext>
            </a:extLst>
          </p:cNvPr>
          <p:cNvSpPr>
            <a:spLocks noGrp="1"/>
          </p:cNvSpPr>
          <p:nvPr>
            <p:ph sz="quarter" idx="4"/>
          </p:nvPr>
        </p:nvSpPr>
        <p:spPr>
          <a:xfrm>
            <a:off x="671513" y="2536031"/>
            <a:ext cx="3123783" cy="3671936"/>
          </a:xfrm>
        </p:spPr>
        <p:txBody>
          <a:bodyPr vert="horz" lIns="91440" tIns="45720" rIns="91440" bIns="45720" rtlCol="0" anchor="t">
            <a:normAutofit/>
          </a:bodyPr>
          <a:lstStyle/>
          <a:p>
            <a:pPr>
              <a:buFont typeface="Wingdings 2" panose="05020102010507070707" pitchFamily="18" charset="2"/>
              <a:buChar char=""/>
            </a:pPr>
            <a:endParaRPr lang="en-US" dirty="0">
              <a:solidFill>
                <a:srgbClr val="FFFFFF"/>
              </a:solidFill>
            </a:endParaRPr>
          </a:p>
          <a:p>
            <a:pPr>
              <a:buFont typeface="Wingdings 2" panose="05020102010507070707" pitchFamily="18" charset="2"/>
              <a:buChar char=""/>
            </a:pPr>
            <a:r>
              <a:rPr lang="en-US" dirty="0">
                <a:solidFill>
                  <a:srgbClr val="FFFFFF"/>
                </a:solidFill>
              </a:rPr>
              <a:t>Randall Crawford</a:t>
            </a:r>
          </a:p>
          <a:p>
            <a:pPr>
              <a:buFont typeface="Wingdings 2" panose="05020102010507070707" pitchFamily="18" charset="2"/>
              <a:buChar char=""/>
            </a:pPr>
            <a:r>
              <a:rPr lang="en-US" dirty="0">
                <a:solidFill>
                  <a:schemeClr val="tx1"/>
                </a:solidFill>
                <a:hlinkClick r:id="rId3">
                  <a:extLst>
                    <a:ext uri="{A12FA001-AC4F-418D-AE19-62706E023703}">
                      <ahyp:hlinkClr xmlns:ahyp="http://schemas.microsoft.com/office/drawing/2018/hyperlinkcolor" val="tx"/>
                    </a:ext>
                  </a:extLst>
                </a:hlinkClick>
              </a:rPr>
              <a:t>901012194@student.nu.edu</a:t>
            </a:r>
            <a:endParaRPr lang="en-US" dirty="0">
              <a:solidFill>
                <a:schemeClr val="tx1"/>
              </a:solidFill>
            </a:endParaRPr>
          </a:p>
          <a:p>
            <a:pPr>
              <a:buFont typeface="Wingdings 2" panose="05020102010507070707" pitchFamily="18" charset="2"/>
              <a:buChar char=""/>
            </a:pPr>
            <a:r>
              <a:rPr lang="en-US" dirty="0">
                <a:solidFill>
                  <a:srgbClr val="FFFFFF"/>
                </a:solidFill>
              </a:rPr>
              <a:t>March 27, 2025</a:t>
            </a:r>
          </a:p>
          <a:p>
            <a:pPr>
              <a:buFont typeface="Wingdings 2" panose="05020102010507070707" pitchFamily="18" charset="2"/>
              <a:buChar char=""/>
            </a:pPr>
            <a:endParaRPr lang="en-US" dirty="0">
              <a:solidFill>
                <a:srgbClr val="FFFFFF"/>
              </a:solidFill>
            </a:endParaRPr>
          </a:p>
        </p:txBody>
      </p:sp>
      <p:pic>
        <p:nvPicPr>
          <p:cNvPr id="6" name="Picture Placeholder 5" descr="A person with a beard&#10;&#10;AI-generated content may be incorrect.">
            <a:extLst>
              <a:ext uri="{FF2B5EF4-FFF2-40B4-BE49-F238E27FC236}">
                <a16:creationId xmlns:a16="http://schemas.microsoft.com/office/drawing/2014/main" id="{62833BB2-5959-46B6-A365-471872C0D9A3}"/>
              </a:ext>
            </a:extLst>
          </p:cNvPr>
          <p:cNvPicPr>
            <a:picLocks noGrp="1" noChangeAspect="1"/>
          </p:cNvPicPr>
          <p:nvPr>
            <p:ph type="pic" sz="quarter" idx="13"/>
          </p:nvPr>
        </p:nvPicPr>
        <p:blipFill>
          <a:blip r:embed="rId4"/>
          <a:srcRect t="11423" b="11423"/>
          <a:stretch/>
        </p:blipFill>
        <p:spPr>
          <a:xfrm>
            <a:off x="4241830" y="601200"/>
            <a:ext cx="7503636" cy="5789365"/>
          </a:xfrm>
          <a:prstGeom prst="rect">
            <a:avLst/>
          </a:prstGeom>
        </p:spPr>
      </p:pic>
    </p:spTree>
    <p:extLst>
      <p:ext uri="{BB962C8B-B14F-4D97-AF65-F5344CB8AC3E}">
        <p14:creationId xmlns:p14="http://schemas.microsoft.com/office/powerpoint/2010/main" val="2770959368"/>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DividendVTI">
  <a:themeElements>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9D1F84C-D1FD-4B1B-9CFD-8E0D96AC4DF2}">
  <ds:schemaRefs>
    <ds:schemaRef ds:uri="http://schemas.microsoft.com/sharepoint/v3/contenttype/forms"/>
  </ds:schemaRefs>
</ds:datastoreItem>
</file>

<file path=customXml/itemProps2.xml><?xml version="1.0" encoding="utf-8"?>
<ds:datastoreItem xmlns:ds="http://schemas.openxmlformats.org/officeDocument/2006/customXml" ds:itemID="{0037C456-A6DA-4DEE-A3FB-4EC3058FD0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A00B2AC-C335-4100-B8B3-2D9F49A7290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{5301A46D-FD8A-4F94-83BA-5CE6FB2CBF9B}tf45205285_win32</Template>
  <TotalTime>981</TotalTime>
  <Words>1387</Words>
  <Application>Microsoft Office PowerPoint</Application>
  <PresentationFormat>Widescreen</PresentationFormat>
  <Paragraphs>134</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Calibri</vt:lpstr>
      <vt:lpstr>Gill Sans MT</vt:lpstr>
      <vt:lpstr>Times New Roman</vt:lpstr>
      <vt:lpstr>Wingdings</vt:lpstr>
      <vt:lpstr>Wingdings 2</vt:lpstr>
      <vt:lpstr>DividendVTI</vt:lpstr>
      <vt:lpstr>The POTENTIAL Association Between CARDIAC Arrest/MYOCARDIAL INFARCTION and COVID Vaccination  Findings fROM A large 2023 Sample Of US Adults</vt:lpstr>
      <vt:lpstr>Agenda </vt:lpstr>
      <vt:lpstr>Objective</vt:lpstr>
      <vt:lpstr>BACKGROUND</vt:lpstr>
      <vt:lpstr>BACKGROUND</vt:lpstr>
      <vt:lpstr>BACKGROUND</vt:lpstr>
      <vt:lpstr>Contingency Table</vt:lpstr>
      <vt:lpstr>HYPOTHESIS</vt:lpstr>
      <vt:lpstr>METHODS</vt:lpstr>
      <vt:lpstr>METHODS</vt:lpstr>
      <vt:lpstr>METHODS</vt:lpstr>
      <vt:lpstr>SUMMARY</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Randall Crawford</dc:creator>
  <cp:lastModifiedBy>Randall Crawford</cp:lastModifiedBy>
  <cp:revision>1</cp:revision>
  <dcterms:created xsi:type="dcterms:W3CDTF">2025-03-26T18:15:31Z</dcterms:created>
  <dcterms:modified xsi:type="dcterms:W3CDTF">2025-03-27T22:52:27Z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